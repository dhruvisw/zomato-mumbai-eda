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11"/>
  </p:notesMasterIdLst>
  <p:sldIdLst>
    <p:sldId id="256" r:id="rId2"/>
    <p:sldId id="257" r:id="rId3"/>
    <p:sldId id="306" r:id="rId4"/>
    <p:sldId id="267" r:id="rId5"/>
    <p:sldId id="266" r:id="rId6"/>
    <p:sldId id="273" r:id="rId7"/>
    <p:sldId id="258" r:id="rId8"/>
    <p:sldId id="263" r:id="rId9"/>
    <p:sldId id="259" r:id="rId10"/>
  </p:sldIdLst>
  <p:sldSz cx="9144000" cy="5143500" type="screen16x9"/>
  <p:notesSz cx="6858000" cy="9144000"/>
  <p:embeddedFontLst>
    <p:embeddedFont>
      <p:font typeface="Cormorant Garamond" panose="020B0604020202020204" charset="0"/>
      <p:regular r:id="rId12"/>
      <p:bold r:id="rId13"/>
      <p:italic r:id="rId14"/>
      <p:boldItalic r:id="rId15"/>
    </p:embeddedFont>
    <p:embeddedFont>
      <p:font typeface="Fira Sans Extra Condensed Medium" panose="020B0604020202020204" charset="0"/>
      <p:regular r:id="rId16"/>
      <p:bold r:id="rId17"/>
      <p:italic r:id="rId18"/>
      <p:boldItalic r:id="rId19"/>
    </p:embeddedFont>
    <p:embeddedFont>
      <p:font typeface="Merriweather" panose="000005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E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10E818E-03F0-488C-B21B-D3D79BE75443}">
  <a:tblStyle styleId="{610E818E-03F0-488C-B21B-D3D79BE7544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160D01-2385-4085-8668-2C6AA9BE3D59}" type="doc">
      <dgm:prSet loTypeId="urn:microsoft.com/office/officeart/2005/8/layout/cycle6" loCatId="relationship" qsTypeId="urn:microsoft.com/office/officeart/2005/8/quickstyle/simple2" qsCatId="simple" csTypeId="urn:microsoft.com/office/officeart/2005/8/colors/colorful3" csCatId="colorful" phldr="1"/>
      <dgm:spPr/>
      <dgm:t>
        <a:bodyPr/>
        <a:lstStyle/>
        <a:p>
          <a:endParaRPr lang="en-IN"/>
        </a:p>
      </dgm:t>
    </dgm:pt>
    <dgm:pt modelId="{7AE7AA45-1750-4E75-8105-270A54C5FE46}">
      <dgm:prSet phldrT="[Text]"/>
      <dgm:spPr>
        <a:ln>
          <a:solidFill>
            <a:schemeClr val="tx1"/>
          </a:solidFill>
        </a:ln>
      </dgm:spPr>
      <dgm:t>
        <a:bodyPr/>
        <a:lstStyle/>
        <a:p>
          <a:pPr algn="ctr"/>
          <a:r>
            <a:rPr lang="en-US" b="1" dirty="0">
              <a:solidFill>
                <a:sysClr val="windowText" lastClr="000000"/>
              </a:solidFill>
            </a:rPr>
            <a:t>FOR CUSTOMER SENTIMENT ANALYSIS</a:t>
          </a:r>
          <a:endParaRPr lang="en-IN" b="1" dirty="0">
            <a:solidFill>
              <a:sysClr val="windowText" lastClr="000000"/>
            </a:solidFill>
          </a:endParaRPr>
        </a:p>
      </dgm:t>
    </dgm:pt>
    <dgm:pt modelId="{64CAB63E-CB22-4C19-8672-17E91CF526F2}" type="parTrans" cxnId="{B505A150-0E48-426E-A560-5E8E2E4E5315}">
      <dgm:prSet/>
      <dgm:spPr/>
      <dgm:t>
        <a:bodyPr/>
        <a:lstStyle/>
        <a:p>
          <a:pPr algn="ctr"/>
          <a:endParaRPr lang="en-IN"/>
        </a:p>
      </dgm:t>
    </dgm:pt>
    <dgm:pt modelId="{90C1A82A-14F3-4117-9B1A-BC64B3972C58}" type="sibTrans" cxnId="{B505A150-0E48-426E-A560-5E8E2E4E5315}">
      <dgm:prSet/>
      <dgm:spPr>
        <a:ln w="28575"/>
      </dgm:spPr>
      <dgm:t>
        <a:bodyPr/>
        <a:lstStyle/>
        <a:p>
          <a:pPr algn="ctr"/>
          <a:endParaRPr lang="en-IN"/>
        </a:p>
      </dgm:t>
    </dgm:pt>
    <dgm:pt modelId="{093B4F83-D010-484F-85AB-5FF285054F9E}">
      <dgm:prSet phldrT="[Text]"/>
      <dgm:spPr>
        <a:ln>
          <a:solidFill>
            <a:schemeClr val="tx1"/>
          </a:solidFill>
        </a:ln>
      </dgm:spPr>
      <dgm:t>
        <a:bodyPr/>
        <a:lstStyle/>
        <a:p>
          <a:pPr algn="ctr"/>
          <a:r>
            <a:rPr lang="en-US" b="1" dirty="0">
              <a:solidFill>
                <a:sysClr val="windowText" lastClr="000000"/>
              </a:solidFill>
            </a:rPr>
            <a:t>FOR BEHAVIOURAL ANALYSIS</a:t>
          </a:r>
          <a:endParaRPr lang="en-IN" b="1" dirty="0">
            <a:solidFill>
              <a:sysClr val="windowText" lastClr="000000"/>
            </a:solidFill>
          </a:endParaRPr>
        </a:p>
      </dgm:t>
    </dgm:pt>
    <dgm:pt modelId="{E1A31A98-79FD-40C1-A2CC-2E791AE1C0D4}" type="parTrans" cxnId="{27F476A4-EA86-424D-94D3-CBD183B95F0B}">
      <dgm:prSet/>
      <dgm:spPr/>
      <dgm:t>
        <a:bodyPr/>
        <a:lstStyle/>
        <a:p>
          <a:pPr algn="ctr"/>
          <a:endParaRPr lang="en-IN"/>
        </a:p>
      </dgm:t>
    </dgm:pt>
    <dgm:pt modelId="{CD2EA72C-8333-4287-8400-70D33922201C}" type="sibTrans" cxnId="{27F476A4-EA86-424D-94D3-CBD183B95F0B}">
      <dgm:prSet/>
      <dgm:spPr>
        <a:ln w="28575"/>
      </dgm:spPr>
      <dgm:t>
        <a:bodyPr/>
        <a:lstStyle/>
        <a:p>
          <a:pPr algn="ctr"/>
          <a:endParaRPr lang="en-IN"/>
        </a:p>
      </dgm:t>
    </dgm:pt>
    <dgm:pt modelId="{A0765A66-93B6-4B75-BD6C-7D93DFE36B45}">
      <dgm:prSet phldrT="[Text]"/>
      <dgm:spPr>
        <a:ln>
          <a:solidFill>
            <a:schemeClr val="tx1"/>
          </a:solidFill>
        </a:ln>
      </dgm:spPr>
      <dgm:t>
        <a:bodyPr/>
        <a:lstStyle/>
        <a:p>
          <a:pPr algn="ctr"/>
          <a:r>
            <a:rPr lang="en-US" b="1" dirty="0">
              <a:solidFill>
                <a:sysClr val="windowText" lastClr="000000"/>
              </a:solidFill>
            </a:rPr>
            <a:t>FOR CUSTOMER SEGMENTATION</a:t>
          </a:r>
          <a:endParaRPr lang="en-IN" b="1" dirty="0">
            <a:solidFill>
              <a:sysClr val="windowText" lastClr="000000"/>
            </a:solidFill>
          </a:endParaRPr>
        </a:p>
      </dgm:t>
    </dgm:pt>
    <dgm:pt modelId="{BFD056B7-EABB-4036-A290-4717C25011BA}" type="parTrans" cxnId="{33AA6F77-F608-421E-B86C-3D0111AEBA73}">
      <dgm:prSet/>
      <dgm:spPr/>
      <dgm:t>
        <a:bodyPr/>
        <a:lstStyle/>
        <a:p>
          <a:pPr algn="ctr"/>
          <a:endParaRPr lang="en-IN"/>
        </a:p>
      </dgm:t>
    </dgm:pt>
    <dgm:pt modelId="{2CB92CCB-3CAF-4E1A-BB59-DBC306C5036A}" type="sibTrans" cxnId="{33AA6F77-F608-421E-B86C-3D0111AEBA73}">
      <dgm:prSet/>
      <dgm:spPr>
        <a:ln w="28575"/>
      </dgm:spPr>
      <dgm:t>
        <a:bodyPr/>
        <a:lstStyle/>
        <a:p>
          <a:pPr algn="ctr"/>
          <a:endParaRPr lang="en-IN"/>
        </a:p>
      </dgm:t>
    </dgm:pt>
    <dgm:pt modelId="{A6BFEF0E-89C3-4CFD-85D4-07F02CAC1D15}">
      <dgm:prSet phldrT="[Text]"/>
      <dgm:spPr>
        <a:ln>
          <a:solidFill>
            <a:schemeClr val="tx1"/>
          </a:solidFill>
        </a:ln>
      </dgm:spPr>
      <dgm:t>
        <a:bodyPr/>
        <a:lstStyle/>
        <a:p>
          <a:pPr algn="ctr"/>
          <a:r>
            <a:rPr lang="en-US" b="1" dirty="0">
              <a:solidFill>
                <a:sysClr val="windowText" lastClr="000000"/>
              </a:solidFill>
            </a:rPr>
            <a:t>FOR PREDICTIVE SUPPORT</a:t>
          </a:r>
          <a:endParaRPr lang="en-IN" b="1" dirty="0">
            <a:solidFill>
              <a:sysClr val="windowText" lastClr="000000"/>
            </a:solidFill>
          </a:endParaRPr>
        </a:p>
      </dgm:t>
    </dgm:pt>
    <dgm:pt modelId="{E7DB26E1-C9E6-4EA9-B3CB-011C55C5DCEE}" type="parTrans" cxnId="{B9ECD8A1-9326-4129-AD84-8FA1380A7911}">
      <dgm:prSet/>
      <dgm:spPr/>
      <dgm:t>
        <a:bodyPr/>
        <a:lstStyle/>
        <a:p>
          <a:pPr algn="ctr"/>
          <a:endParaRPr lang="en-IN"/>
        </a:p>
      </dgm:t>
    </dgm:pt>
    <dgm:pt modelId="{D1504688-BC05-4A7A-BEE0-CD56468C4BAF}" type="sibTrans" cxnId="{B9ECD8A1-9326-4129-AD84-8FA1380A7911}">
      <dgm:prSet/>
      <dgm:spPr>
        <a:ln w="28575"/>
      </dgm:spPr>
      <dgm:t>
        <a:bodyPr/>
        <a:lstStyle/>
        <a:p>
          <a:pPr algn="ctr"/>
          <a:endParaRPr lang="en-IN"/>
        </a:p>
      </dgm:t>
    </dgm:pt>
    <dgm:pt modelId="{D2FEDE0E-05D6-4532-8557-629089CF5A84}">
      <dgm:prSet phldrT="[Text]"/>
      <dgm:spPr>
        <a:ln>
          <a:solidFill>
            <a:schemeClr val="tx1"/>
          </a:solidFill>
        </a:ln>
      </dgm:spPr>
      <dgm:t>
        <a:bodyPr/>
        <a:lstStyle/>
        <a:p>
          <a:pPr algn="ctr"/>
          <a:r>
            <a:rPr lang="en-US" b="1" dirty="0">
              <a:solidFill>
                <a:sysClr val="windowText" lastClr="000000"/>
              </a:solidFill>
            </a:rPr>
            <a:t>FOR FRAUD DETECTION</a:t>
          </a:r>
          <a:endParaRPr lang="en-IN" b="1" dirty="0">
            <a:solidFill>
              <a:sysClr val="windowText" lastClr="000000"/>
            </a:solidFill>
          </a:endParaRPr>
        </a:p>
      </dgm:t>
    </dgm:pt>
    <dgm:pt modelId="{53279E74-47B4-4747-8242-3EEE80152785}" type="parTrans" cxnId="{8E2A89EB-42C8-406F-8E49-5E668CBEB2C0}">
      <dgm:prSet/>
      <dgm:spPr/>
      <dgm:t>
        <a:bodyPr/>
        <a:lstStyle/>
        <a:p>
          <a:pPr algn="ctr"/>
          <a:endParaRPr lang="en-IN"/>
        </a:p>
      </dgm:t>
    </dgm:pt>
    <dgm:pt modelId="{5E8642D0-D54B-42A8-9C41-4A1C8DA7F7A3}" type="sibTrans" cxnId="{8E2A89EB-42C8-406F-8E49-5E668CBEB2C0}">
      <dgm:prSet/>
      <dgm:spPr>
        <a:ln w="28575"/>
      </dgm:spPr>
      <dgm:t>
        <a:bodyPr/>
        <a:lstStyle/>
        <a:p>
          <a:pPr algn="ctr"/>
          <a:endParaRPr lang="en-IN"/>
        </a:p>
      </dgm:t>
    </dgm:pt>
    <dgm:pt modelId="{72F04921-EF62-4234-A66E-566A84420DC0}" type="pres">
      <dgm:prSet presAssocID="{6C160D01-2385-4085-8668-2C6AA9BE3D59}" presName="cycle" presStyleCnt="0">
        <dgm:presLayoutVars>
          <dgm:dir/>
          <dgm:resizeHandles val="exact"/>
        </dgm:presLayoutVars>
      </dgm:prSet>
      <dgm:spPr/>
    </dgm:pt>
    <dgm:pt modelId="{BE50C693-A042-4808-AA6D-D6C59B5253D8}" type="pres">
      <dgm:prSet presAssocID="{7AE7AA45-1750-4E75-8105-270A54C5FE46}" presName="node" presStyleLbl="node1" presStyleIdx="0" presStyleCnt="5" custScaleX="125531" custScaleY="119909">
        <dgm:presLayoutVars>
          <dgm:bulletEnabled val="1"/>
        </dgm:presLayoutVars>
      </dgm:prSet>
      <dgm:spPr/>
    </dgm:pt>
    <dgm:pt modelId="{B8DB5378-DA7E-4CDE-A1D2-9A326A9B59C4}" type="pres">
      <dgm:prSet presAssocID="{7AE7AA45-1750-4E75-8105-270A54C5FE46}" presName="spNode" presStyleCnt="0"/>
      <dgm:spPr/>
    </dgm:pt>
    <dgm:pt modelId="{32BD2690-CBAA-43B7-9A79-D9703D85D3A2}" type="pres">
      <dgm:prSet presAssocID="{90C1A82A-14F3-4117-9B1A-BC64B3972C58}" presName="sibTrans" presStyleLbl="sibTrans1D1" presStyleIdx="0" presStyleCnt="5"/>
      <dgm:spPr/>
    </dgm:pt>
    <dgm:pt modelId="{05384586-DC3B-4161-9858-04CEB91684BA}" type="pres">
      <dgm:prSet presAssocID="{093B4F83-D010-484F-85AB-5FF285054F9E}" presName="node" presStyleLbl="node1" presStyleIdx="1" presStyleCnt="5" custScaleX="129525" custScaleY="119964">
        <dgm:presLayoutVars>
          <dgm:bulletEnabled val="1"/>
        </dgm:presLayoutVars>
      </dgm:prSet>
      <dgm:spPr/>
    </dgm:pt>
    <dgm:pt modelId="{FC0B7152-C982-40F3-8309-6DF339690741}" type="pres">
      <dgm:prSet presAssocID="{093B4F83-D010-484F-85AB-5FF285054F9E}" presName="spNode" presStyleCnt="0"/>
      <dgm:spPr/>
    </dgm:pt>
    <dgm:pt modelId="{9928A3A2-1079-493E-94FD-AB95C17D2FC3}" type="pres">
      <dgm:prSet presAssocID="{CD2EA72C-8333-4287-8400-70D33922201C}" presName="sibTrans" presStyleLbl="sibTrans1D1" presStyleIdx="1" presStyleCnt="5"/>
      <dgm:spPr/>
    </dgm:pt>
    <dgm:pt modelId="{0E7B56A4-6B27-4043-9287-BC768F3276F5}" type="pres">
      <dgm:prSet presAssocID="{A0765A66-93B6-4B75-BD6C-7D93DFE36B45}" presName="node" presStyleLbl="node1" presStyleIdx="2" presStyleCnt="5" custScaleX="124559" custScaleY="103791">
        <dgm:presLayoutVars>
          <dgm:bulletEnabled val="1"/>
        </dgm:presLayoutVars>
      </dgm:prSet>
      <dgm:spPr/>
    </dgm:pt>
    <dgm:pt modelId="{D0D44499-3556-4A07-B359-249C968048CA}" type="pres">
      <dgm:prSet presAssocID="{A0765A66-93B6-4B75-BD6C-7D93DFE36B45}" presName="spNode" presStyleCnt="0"/>
      <dgm:spPr/>
    </dgm:pt>
    <dgm:pt modelId="{D0BBF0C3-23E4-4608-9E4D-DD0D3171BA5B}" type="pres">
      <dgm:prSet presAssocID="{2CB92CCB-3CAF-4E1A-BB59-DBC306C5036A}" presName="sibTrans" presStyleLbl="sibTrans1D1" presStyleIdx="2" presStyleCnt="5"/>
      <dgm:spPr/>
    </dgm:pt>
    <dgm:pt modelId="{5B06FD1C-104B-498B-B386-27EA19A00FB5}" type="pres">
      <dgm:prSet presAssocID="{A6BFEF0E-89C3-4CFD-85D4-07F02CAC1D15}" presName="node" presStyleLbl="node1" presStyleIdx="3" presStyleCnt="5" custScaleX="126697" custScaleY="103791">
        <dgm:presLayoutVars>
          <dgm:bulletEnabled val="1"/>
        </dgm:presLayoutVars>
      </dgm:prSet>
      <dgm:spPr/>
    </dgm:pt>
    <dgm:pt modelId="{F3EB724C-A5B2-43EE-BDBE-257D376AF2E8}" type="pres">
      <dgm:prSet presAssocID="{A6BFEF0E-89C3-4CFD-85D4-07F02CAC1D15}" presName="spNode" presStyleCnt="0"/>
      <dgm:spPr/>
    </dgm:pt>
    <dgm:pt modelId="{AB87E2CC-EEBC-4AA2-9A5E-13300B8DFC96}" type="pres">
      <dgm:prSet presAssocID="{D1504688-BC05-4A7A-BEE0-CD56468C4BAF}" presName="sibTrans" presStyleLbl="sibTrans1D1" presStyleIdx="3" presStyleCnt="5"/>
      <dgm:spPr/>
    </dgm:pt>
    <dgm:pt modelId="{3809CA31-3214-4AF0-8546-26E6AD2DB160}" type="pres">
      <dgm:prSet presAssocID="{D2FEDE0E-05D6-4532-8557-629089CF5A84}" presName="node" presStyleLbl="node1" presStyleIdx="4" presStyleCnt="5" custScaleX="127020" custScaleY="117571">
        <dgm:presLayoutVars>
          <dgm:bulletEnabled val="1"/>
        </dgm:presLayoutVars>
      </dgm:prSet>
      <dgm:spPr/>
    </dgm:pt>
    <dgm:pt modelId="{A3B3B520-2A8B-4C27-8248-AE3B6F5EFE12}" type="pres">
      <dgm:prSet presAssocID="{D2FEDE0E-05D6-4532-8557-629089CF5A84}" presName="spNode" presStyleCnt="0"/>
      <dgm:spPr/>
    </dgm:pt>
    <dgm:pt modelId="{0A4BC1F5-C441-44BA-B8C9-01D684E2A454}" type="pres">
      <dgm:prSet presAssocID="{5E8642D0-D54B-42A8-9C41-4A1C8DA7F7A3}" presName="sibTrans" presStyleLbl="sibTrans1D1" presStyleIdx="4" presStyleCnt="5"/>
      <dgm:spPr/>
    </dgm:pt>
  </dgm:ptLst>
  <dgm:cxnLst>
    <dgm:cxn modelId="{88D9E904-861A-40E3-BEF7-0632527E193F}" type="presOf" srcId="{7AE7AA45-1750-4E75-8105-270A54C5FE46}" destId="{BE50C693-A042-4808-AA6D-D6C59B5253D8}" srcOrd="0" destOrd="0" presId="urn:microsoft.com/office/officeart/2005/8/layout/cycle6"/>
    <dgm:cxn modelId="{DAB83534-9517-44E0-9E39-326708A5639E}" type="presOf" srcId="{D1504688-BC05-4A7A-BEE0-CD56468C4BAF}" destId="{AB87E2CC-EEBC-4AA2-9A5E-13300B8DFC96}" srcOrd="0" destOrd="0" presId="urn:microsoft.com/office/officeart/2005/8/layout/cycle6"/>
    <dgm:cxn modelId="{6F29AE44-F00C-416E-87DA-3DEA21395DD8}" type="presOf" srcId="{CD2EA72C-8333-4287-8400-70D33922201C}" destId="{9928A3A2-1079-493E-94FD-AB95C17D2FC3}" srcOrd="0" destOrd="0" presId="urn:microsoft.com/office/officeart/2005/8/layout/cycle6"/>
    <dgm:cxn modelId="{B505A150-0E48-426E-A560-5E8E2E4E5315}" srcId="{6C160D01-2385-4085-8668-2C6AA9BE3D59}" destId="{7AE7AA45-1750-4E75-8105-270A54C5FE46}" srcOrd="0" destOrd="0" parTransId="{64CAB63E-CB22-4C19-8672-17E91CF526F2}" sibTransId="{90C1A82A-14F3-4117-9B1A-BC64B3972C58}"/>
    <dgm:cxn modelId="{E7236675-B9AB-4E47-9E48-82A410162D37}" type="presOf" srcId="{A0765A66-93B6-4B75-BD6C-7D93DFE36B45}" destId="{0E7B56A4-6B27-4043-9287-BC768F3276F5}" srcOrd="0" destOrd="0" presId="urn:microsoft.com/office/officeart/2005/8/layout/cycle6"/>
    <dgm:cxn modelId="{33AA6F77-F608-421E-B86C-3D0111AEBA73}" srcId="{6C160D01-2385-4085-8668-2C6AA9BE3D59}" destId="{A0765A66-93B6-4B75-BD6C-7D93DFE36B45}" srcOrd="2" destOrd="0" parTransId="{BFD056B7-EABB-4036-A290-4717C25011BA}" sibTransId="{2CB92CCB-3CAF-4E1A-BB59-DBC306C5036A}"/>
    <dgm:cxn modelId="{80069E77-DB80-4CC6-B3A9-7CB5DFF1EAA0}" type="presOf" srcId="{A6BFEF0E-89C3-4CFD-85D4-07F02CAC1D15}" destId="{5B06FD1C-104B-498B-B386-27EA19A00FB5}" srcOrd="0" destOrd="0" presId="urn:microsoft.com/office/officeart/2005/8/layout/cycle6"/>
    <dgm:cxn modelId="{B9ECD8A1-9326-4129-AD84-8FA1380A7911}" srcId="{6C160D01-2385-4085-8668-2C6AA9BE3D59}" destId="{A6BFEF0E-89C3-4CFD-85D4-07F02CAC1D15}" srcOrd="3" destOrd="0" parTransId="{E7DB26E1-C9E6-4EA9-B3CB-011C55C5DCEE}" sibTransId="{D1504688-BC05-4A7A-BEE0-CD56468C4BAF}"/>
    <dgm:cxn modelId="{27F476A4-EA86-424D-94D3-CBD183B95F0B}" srcId="{6C160D01-2385-4085-8668-2C6AA9BE3D59}" destId="{093B4F83-D010-484F-85AB-5FF285054F9E}" srcOrd="1" destOrd="0" parTransId="{E1A31A98-79FD-40C1-A2CC-2E791AE1C0D4}" sibTransId="{CD2EA72C-8333-4287-8400-70D33922201C}"/>
    <dgm:cxn modelId="{583601B3-6A6A-4D91-93DD-701727183F67}" type="presOf" srcId="{6C160D01-2385-4085-8668-2C6AA9BE3D59}" destId="{72F04921-EF62-4234-A66E-566A84420DC0}" srcOrd="0" destOrd="0" presId="urn:microsoft.com/office/officeart/2005/8/layout/cycle6"/>
    <dgm:cxn modelId="{6075C5B6-D1F6-40F0-85D4-B2AA6D51AF10}" type="presOf" srcId="{2CB92CCB-3CAF-4E1A-BB59-DBC306C5036A}" destId="{D0BBF0C3-23E4-4608-9E4D-DD0D3171BA5B}" srcOrd="0" destOrd="0" presId="urn:microsoft.com/office/officeart/2005/8/layout/cycle6"/>
    <dgm:cxn modelId="{BDB4DABC-80C6-45CE-83B1-86714EBB1AD2}" type="presOf" srcId="{90C1A82A-14F3-4117-9B1A-BC64B3972C58}" destId="{32BD2690-CBAA-43B7-9A79-D9703D85D3A2}" srcOrd="0" destOrd="0" presId="urn:microsoft.com/office/officeart/2005/8/layout/cycle6"/>
    <dgm:cxn modelId="{0D65ECD2-B0AA-4D7F-97CE-27F6C60E8D61}" type="presOf" srcId="{093B4F83-D010-484F-85AB-5FF285054F9E}" destId="{05384586-DC3B-4161-9858-04CEB91684BA}" srcOrd="0" destOrd="0" presId="urn:microsoft.com/office/officeart/2005/8/layout/cycle6"/>
    <dgm:cxn modelId="{BB4025DE-E396-4F1F-996D-D61DE8FA604E}" type="presOf" srcId="{5E8642D0-D54B-42A8-9C41-4A1C8DA7F7A3}" destId="{0A4BC1F5-C441-44BA-B8C9-01D684E2A454}" srcOrd="0" destOrd="0" presId="urn:microsoft.com/office/officeart/2005/8/layout/cycle6"/>
    <dgm:cxn modelId="{8E2A89EB-42C8-406F-8E49-5E668CBEB2C0}" srcId="{6C160D01-2385-4085-8668-2C6AA9BE3D59}" destId="{D2FEDE0E-05D6-4532-8557-629089CF5A84}" srcOrd="4" destOrd="0" parTransId="{53279E74-47B4-4747-8242-3EEE80152785}" sibTransId="{5E8642D0-D54B-42A8-9C41-4A1C8DA7F7A3}"/>
    <dgm:cxn modelId="{EBEDB1FF-87C4-48A2-A87A-9FF9C5A54D68}" type="presOf" srcId="{D2FEDE0E-05D6-4532-8557-629089CF5A84}" destId="{3809CA31-3214-4AF0-8546-26E6AD2DB160}" srcOrd="0" destOrd="0" presId="urn:microsoft.com/office/officeart/2005/8/layout/cycle6"/>
    <dgm:cxn modelId="{C81EAB43-A1AD-4476-8E58-E816F24A2198}" type="presParOf" srcId="{72F04921-EF62-4234-A66E-566A84420DC0}" destId="{BE50C693-A042-4808-AA6D-D6C59B5253D8}" srcOrd="0" destOrd="0" presId="urn:microsoft.com/office/officeart/2005/8/layout/cycle6"/>
    <dgm:cxn modelId="{65F02C3A-D820-4F9D-A52F-26009D4AE743}" type="presParOf" srcId="{72F04921-EF62-4234-A66E-566A84420DC0}" destId="{B8DB5378-DA7E-4CDE-A1D2-9A326A9B59C4}" srcOrd="1" destOrd="0" presId="urn:microsoft.com/office/officeart/2005/8/layout/cycle6"/>
    <dgm:cxn modelId="{52B7AAE0-7203-40BA-9233-FF8C068EDEA2}" type="presParOf" srcId="{72F04921-EF62-4234-A66E-566A84420DC0}" destId="{32BD2690-CBAA-43B7-9A79-D9703D85D3A2}" srcOrd="2" destOrd="0" presId="urn:microsoft.com/office/officeart/2005/8/layout/cycle6"/>
    <dgm:cxn modelId="{839EC0A9-62DF-40A6-8643-C72B157361D7}" type="presParOf" srcId="{72F04921-EF62-4234-A66E-566A84420DC0}" destId="{05384586-DC3B-4161-9858-04CEB91684BA}" srcOrd="3" destOrd="0" presId="urn:microsoft.com/office/officeart/2005/8/layout/cycle6"/>
    <dgm:cxn modelId="{1B4EB52E-9301-4E95-AF76-D63295A20192}" type="presParOf" srcId="{72F04921-EF62-4234-A66E-566A84420DC0}" destId="{FC0B7152-C982-40F3-8309-6DF339690741}" srcOrd="4" destOrd="0" presId="urn:microsoft.com/office/officeart/2005/8/layout/cycle6"/>
    <dgm:cxn modelId="{8D1883AF-4999-4389-8CA1-23E452972095}" type="presParOf" srcId="{72F04921-EF62-4234-A66E-566A84420DC0}" destId="{9928A3A2-1079-493E-94FD-AB95C17D2FC3}" srcOrd="5" destOrd="0" presId="urn:microsoft.com/office/officeart/2005/8/layout/cycle6"/>
    <dgm:cxn modelId="{14617D16-F962-4F72-989D-ED7E0B121CDA}" type="presParOf" srcId="{72F04921-EF62-4234-A66E-566A84420DC0}" destId="{0E7B56A4-6B27-4043-9287-BC768F3276F5}" srcOrd="6" destOrd="0" presId="urn:microsoft.com/office/officeart/2005/8/layout/cycle6"/>
    <dgm:cxn modelId="{072D2D14-716E-488F-97F5-0DB0CF7D148F}" type="presParOf" srcId="{72F04921-EF62-4234-A66E-566A84420DC0}" destId="{D0D44499-3556-4A07-B359-249C968048CA}" srcOrd="7" destOrd="0" presId="urn:microsoft.com/office/officeart/2005/8/layout/cycle6"/>
    <dgm:cxn modelId="{83259C7F-9838-4E88-9183-616A50DBA9FF}" type="presParOf" srcId="{72F04921-EF62-4234-A66E-566A84420DC0}" destId="{D0BBF0C3-23E4-4608-9E4D-DD0D3171BA5B}" srcOrd="8" destOrd="0" presId="urn:microsoft.com/office/officeart/2005/8/layout/cycle6"/>
    <dgm:cxn modelId="{16B323A2-8891-4009-B603-FEA0B821F58E}" type="presParOf" srcId="{72F04921-EF62-4234-A66E-566A84420DC0}" destId="{5B06FD1C-104B-498B-B386-27EA19A00FB5}" srcOrd="9" destOrd="0" presId="urn:microsoft.com/office/officeart/2005/8/layout/cycle6"/>
    <dgm:cxn modelId="{87798896-B8D1-4AD1-A6A4-60827E1CF02E}" type="presParOf" srcId="{72F04921-EF62-4234-A66E-566A84420DC0}" destId="{F3EB724C-A5B2-43EE-BDBE-257D376AF2E8}" srcOrd="10" destOrd="0" presId="urn:microsoft.com/office/officeart/2005/8/layout/cycle6"/>
    <dgm:cxn modelId="{BB42FF32-4ED0-4CEF-9E9F-FDB2F03E62EA}" type="presParOf" srcId="{72F04921-EF62-4234-A66E-566A84420DC0}" destId="{AB87E2CC-EEBC-4AA2-9A5E-13300B8DFC96}" srcOrd="11" destOrd="0" presId="urn:microsoft.com/office/officeart/2005/8/layout/cycle6"/>
    <dgm:cxn modelId="{7809DE28-157A-49B4-887C-DBE2386C42B2}" type="presParOf" srcId="{72F04921-EF62-4234-A66E-566A84420DC0}" destId="{3809CA31-3214-4AF0-8546-26E6AD2DB160}" srcOrd="12" destOrd="0" presId="urn:microsoft.com/office/officeart/2005/8/layout/cycle6"/>
    <dgm:cxn modelId="{24FDC835-08F6-464F-997D-9DD252941680}" type="presParOf" srcId="{72F04921-EF62-4234-A66E-566A84420DC0}" destId="{A3B3B520-2A8B-4C27-8248-AE3B6F5EFE12}" srcOrd="13" destOrd="0" presId="urn:microsoft.com/office/officeart/2005/8/layout/cycle6"/>
    <dgm:cxn modelId="{8B51F6A0-67DE-4B9D-9A7F-552DDD1A146B}" type="presParOf" srcId="{72F04921-EF62-4234-A66E-566A84420DC0}" destId="{0A4BC1F5-C441-44BA-B8C9-01D684E2A454}" srcOrd="14"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0C693-A042-4808-AA6D-D6C59B5253D8}">
      <dsp:nvSpPr>
        <dsp:cNvPr id="0" name=""/>
        <dsp:cNvSpPr/>
      </dsp:nvSpPr>
      <dsp:spPr>
        <a:xfrm>
          <a:off x="2675563" y="-34817"/>
          <a:ext cx="1386273" cy="860722"/>
        </a:xfrm>
        <a:prstGeom prst="roundRect">
          <a:avLst/>
        </a:prstGeom>
        <a:solidFill>
          <a:schemeClr val="accent3">
            <a:hueOff val="0"/>
            <a:satOff val="0"/>
            <a:lumOff val="0"/>
            <a:alphaOff val="0"/>
          </a:schemeClr>
        </a:solidFill>
        <a:ln w="38100" cap="flat" cmpd="sng" algn="ctr">
          <a:solidFill>
            <a:schemeClr val="tx1"/>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ysClr val="windowText" lastClr="000000"/>
              </a:solidFill>
            </a:rPr>
            <a:t>FOR CUSTOMER SENTIMENT ANALYSIS</a:t>
          </a:r>
          <a:endParaRPr lang="en-IN" sz="1200" b="1" kern="1200" dirty="0">
            <a:solidFill>
              <a:sysClr val="windowText" lastClr="000000"/>
            </a:solidFill>
          </a:endParaRPr>
        </a:p>
      </dsp:txBody>
      <dsp:txXfrm>
        <a:off x="2717580" y="7200"/>
        <a:ext cx="1302239" cy="776688"/>
      </dsp:txXfrm>
    </dsp:sp>
    <dsp:sp modelId="{32BD2690-CBAA-43B7-9A79-D9703D85D3A2}">
      <dsp:nvSpPr>
        <dsp:cNvPr id="0" name=""/>
        <dsp:cNvSpPr/>
      </dsp:nvSpPr>
      <dsp:spPr>
        <a:xfrm>
          <a:off x="1934715" y="395544"/>
          <a:ext cx="2867970" cy="2867970"/>
        </a:xfrm>
        <a:custGeom>
          <a:avLst/>
          <a:gdLst/>
          <a:ahLst/>
          <a:cxnLst/>
          <a:rect l="0" t="0" r="0" b="0"/>
          <a:pathLst>
            <a:path>
              <a:moveTo>
                <a:pt x="2132241" y="181486"/>
              </a:moveTo>
              <a:arcTo wR="1433985" hR="1433985" stAng="17948356" swAng="1385404"/>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05384586-DC3B-4161-9858-04CEB91684BA}">
      <dsp:nvSpPr>
        <dsp:cNvPr id="0" name=""/>
        <dsp:cNvSpPr/>
      </dsp:nvSpPr>
      <dsp:spPr>
        <a:xfrm>
          <a:off x="4017311" y="955845"/>
          <a:ext cx="1430380" cy="861117"/>
        </a:xfrm>
        <a:prstGeom prst="roundRect">
          <a:avLst/>
        </a:prstGeom>
        <a:solidFill>
          <a:schemeClr val="accent3">
            <a:hueOff val="-2435542"/>
            <a:satOff val="7886"/>
            <a:lumOff val="4265"/>
            <a:alphaOff val="0"/>
          </a:schemeClr>
        </a:solidFill>
        <a:ln w="38100" cap="flat" cmpd="sng" algn="ctr">
          <a:solidFill>
            <a:schemeClr val="tx1"/>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ysClr val="windowText" lastClr="000000"/>
              </a:solidFill>
            </a:rPr>
            <a:t>FOR BEHAVIOURAL ANALYSIS</a:t>
          </a:r>
          <a:endParaRPr lang="en-IN" sz="1200" b="1" kern="1200" dirty="0">
            <a:solidFill>
              <a:sysClr val="windowText" lastClr="000000"/>
            </a:solidFill>
          </a:endParaRPr>
        </a:p>
      </dsp:txBody>
      <dsp:txXfrm>
        <a:off x="4059347" y="997881"/>
        <a:ext cx="1346308" cy="777045"/>
      </dsp:txXfrm>
    </dsp:sp>
    <dsp:sp modelId="{9928A3A2-1079-493E-94FD-AB95C17D2FC3}">
      <dsp:nvSpPr>
        <dsp:cNvPr id="0" name=""/>
        <dsp:cNvSpPr/>
      </dsp:nvSpPr>
      <dsp:spPr>
        <a:xfrm>
          <a:off x="1934715" y="395544"/>
          <a:ext cx="2867970" cy="2867970"/>
        </a:xfrm>
        <a:custGeom>
          <a:avLst/>
          <a:gdLst/>
          <a:ahLst/>
          <a:cxnLst/>
          <a:rect l="0" t="0" r="0" b="0"/>
          <a:pathLst>
            <a:path>
              <a:moveTo>
                <a:pt x="2867964" y="1429759"/>
              </a:moveTo>
              <a:arcTo wR="1433985" hR="1433985" stAng="21589869" swAng="1989038"/>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0E7B56A4-6B27-4043-9287-BC768F3276F5}">
      <dsp:nvSpPr>
        <dsp:cNvPr id="0" name=""/>
        <dsp:cNvSpPr/>
      </dsp:nvSpPr>
      <dsp:spPr>
        <a:xfrm>
          <a:off x="3523806" y="2617135"/>
          <a:ext cx="1375539" cy="745025"/>
        </a:xfrm>
        <a:prstGeom prst="roundRect">
          <a:avLst/>
        </a:prstGeom>
        <a:solidFill>
          <a:schemeClr val="accent3">
            <a:hueOff val="-4871085"/>
            <a:satOff val="15772"/>
            <a:lumOff val="8529"/>
            <a:alphaOff val="0"/>
          </a:schemeClr>
        </a:solidFill>
        <a:ln w="38100" cap="flat" cmpd="sng" algn="ctr">
          <a:solidFill>
            <a:schemeClr val="tx1"/>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ysClr val="windowText" lastClr="000000"/>
              </a:solidFill>
            </a:rPr>
            <a:t>FOR CUSTOMER SEGMENTATION</a:t>
          </a:r>
          <a:endParaRPr lang="en-IN" sz="1200" b="1" kern="1200" dirty="0">
            <a:solidFill>
              <a:sysClr val="windowText" lastClr="000000"/>
            </a:solidFill>
          </a:endParaRPr>
        </a:p>
      </dsp:txBody>
      <dsp:txXfrm>
        <a:off x="3560175" y="2653504"/>
        <a:ext cx="1302801" cy="672287"/>
      </dsp:txXfrm>
    </dsp:sp>
    <dsp:sp modelId="{D0BBF0C3-23E4-4608-9E4D-DD0D3171BA5B}">
      <dsp:nvSpPr>
        <dsp:cNvPr id="0" name=""/>
        <dsp:cNvSpPr/>
      </dsp:nvSpPr>
      <dsp:spPr>
        <a:xfrm>
          <a:off x="1934715" y="395544"/>
          <a:ext cx="2867970" cy="2867970"/>
        </a:xfrm>
        <a:custGeom>
          <a:avLst/>
          <a:gdLst/>
          <a:ahLst/>
          <a:cxnLst/>
          <a:rect l="0" t="0" r="0" b="0"/>
          <a:pathLst>
            <a:path>
              <a:moveTo>
                <a:pt x="1586124" y="2859877"/>
              </a:moveTo>
              <a:arcTo wR="1433985" hR="1433985" stAng="5034584" swAng="702376"/>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5B06FD1C-104B-498B-B386-27EA19A00FB5}">
      <dsp:nvSpPr>
        <dsp:cNvPr id="0" name=""/>
        <dsp:cNvSpPr/>
      </dsp:nvSpPr>
      <dsp:spPr>
        <a:xfrm>
          <a:off x="1826250" y="2617135"/>
          <a:ext cx="1399150" cy="745025"/>
        </a:xfrm>
        <a:prstGeom prst="roundRect">
          <a:avLst/>
        </a:prstGeom>
        <a:solidFill>
          <a:schemeClr val="accent3">
            <a:hueOff val="-7306627"/>
            <a:satOff val="23658"/>
            <a:lumOff val="12794"/>
            <a:alphaOff val="0"/>
          </a:schemeClr>
        </a:solidFill>
        <a:ln w="38100" cap="flat" cmpd="sng" algn="ctr">
          <a:solidFill>
            <a:schemeClr val="tx1"/>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ysClr val="windowText" lastClr="000000"/>
              </a:solidFill>
            </a:rPr>
            <a:t>FOR PREDICTIVE SUPPORT</a:t>
          </a:r>
          <a:endParaRPr lang="en-IN" sz="1200" b="1" kern="1200" dirty="0">
            <a:solidFill>
              <a:sysClr val="windowText" lastClr="000000"/>
            </a:solidFill>
          </a:endParaRPr>
        </a:p>
      </dsp:txBody>
      <dsp:txXfrm>
        <a:off x="1862619" y="2653504"/>
        <a:ext cx="1326412" cy="672287"/>
      </dsp:txXfrm>
    </dsp:sp>
    <dsp:sp modelId="{AB87E2CC-EEBC-4AA2-9A5E-13300B8DFC96}">
      <dsp:nvSpPr>
        <dsp:cNvPr id="0" name=""/>
        <dsp:cNvSpPr/>
      </dsp:nvSpPr>
      <dsp:spPr>
        <a:xfrm>
          <a:off x="1934715" y="395544"/>
          <a:ext cx="2867970" cy="2867970"/>
        </a:xfrm>
        <a:custGeom>
          <a:avLst/>
          <a:gdLst/>
          <a:ahLst/>
          <a:cxnLst/>
          <a:rect l="0" t="0" r="0" b="0"/>
          <a:pathLst>
            <a:path>
              <a:moveTo>
                <a:pt x="231051" y="2214538"/>
              </a:moveTo>
              <a:arcTo wR="1433985" hR="1433985" stAng="8821290" swAng="2009236"/>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3809CA31-3214-4AF0-8546-26E6AD2DB160}">
      <dsp:nvSpPr>
        <dsp:cNvPr id="0" name=""/>
        <dsp:cNvSpPr/>
      </dsp:nvSpPr>
      <dsp:spPr>
        <a:xfrm>
          <a:off x="1303541" y="964433"/>
          <a:ext cx="1402716" cy="843939"/>
        </a:xfrm>
        <a:prstGeom prst="roundRect">
          <a:avLst/>
        </a:prstGeom>
        <a:solidFill>
          <a:schemeClr val="accent3">
            <a:hueOff val="-9742169"/>
            <a:satOff val="31544"/>
            <a:lumOff val="17059"/>
            <a:alphaOff val="0"/>
          </a:schemeClr>
        </a:solidFill>
        <a:ln w="38100" cap="flat" cmpd="sng" algn="ctr">
          <a:solidFill>
            <a:schemeClr val="tx1"/>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ysClr val="windowText" lastClr="000000"/>
              </a:solidFill>
            </a:rPr>
            <a:t>FOR FRAUD DETECTION</a:t>
          </a:r>
          <a:endParaRPr lang="en-IN" sz="1200" b="1" kern="1200" dirty="0">
            <a:solidFill>
              <a:sysClr val="windowText" lastClr="000000"/>
            </a:solidFill>
          </a:endParaRPr>
        </a:p>
      </dsp:txBody>
      <dsp:txXfrm>
        <a:off x="1344739" y="1005631"/>
        <a:ext cx="1320320" cy="761543"/>
      </dsp:txXfrm>
    </dsp:sp>
    <dsp:sp modelId="{0A4BC1F5-C441-44BA-B8C9-01D684E2A454}">
      <dsp:nvSpPr>
        <dsp:cNvPr id="0" name=""/>
        <dsp:cNvSpPr/>
      </dsp:nvSpPr>
      <dsp:spPr>
        <a:xfrm>
          <a:off x="1934715" y="395544"/>
          <a:ext cx="2867970" cy="2867970"/>
        </a:xfrm>
        <a:custGeom>
          <a:avLst/>
          <a:gdLst/>
          <a:ahLst/>
          <a:cxnLst/>
          <a:rect l="0" t="0" r="0" b="0"/>
          <a:pathLst>
            <a:path>
              <a:moveTo>
                <a:pt x="293946" y="564143"/>
              </a:moveTo>
              <a:arcTo wR="1433985" hR="1433985" stAng="13040603" swAng="1410789"/>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116eb09630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116eb09630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105dd86f9e_0_5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105dd86f9e_0_5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115205cc2b8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115205cc2b8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15205cc2b8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15205cc2b8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115205cc2b8_0_7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115205cc2b8_0_7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11168520a79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11168520a79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115205cc2b8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115205cc2b8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11549fdfa69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11549fdfa69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cxnSp>
        <p:nvCxnSpPr>
          <p:cNvPr id="9" name="Google Shape;9;p2"/>
          <p:cNvCxnSpPr/>
          <p:nvPr/>
        </p:nvCxnSpPr>
        <p:spPr>
          <a:xfrm>
            <a:off x="511850" y="683100"/>
            <a:ext cx="8087700" cy="0"/>
          </a:xfrm>
          <a:prstGeom prst="straightConnector1">
            <a:avLst/>
          </a:prstGeom>
          <a:noFill/>
          <a:ln w="19050" cap="flat" cmpd="sng">
            <a:solidFill>
              <a:schemeClr val="dk1"/>
            </a:solidFill>
            <a:prstDash val="solid"/>
            <a:round/>
            <a:headEnd type="none" w="med" len="med"/>
            <a:tailEnd type="none" w="med" len="med"/>
          </a:ln>
        </p:spPr>
      </p:cxnSp>
      <p:sp>
        <p:nvSpPr>
          <p:cNvPr id="10" name="Google Shape;10;p2"/>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title"/>
          </p:nvPr>
        </p:nvSpPr>
        <p:spPr>
          <a:xfrm>
            <a:off x="713225" y="1544300"/>
            <a:ext cx="4305000" cy="1532400"/>
          </a:xfrm>
          <a:prstGeom prst="rect">
            <a:avLst/>
          </a:prstGeom>
        </p:spPr>
        <p:txBody>
          <a:bodyPr spcFirstLastPara="1" wrap="square" lIns="91425" tIns="91425" rIns="91425" bIns="91425" anchor="ctr" anchorCtr="0">
            <a:noAutofit/>
          </a:bodyPr>
          <a:lstStyle>
            <a:lvl1pPr lvl="0" algn="l" rtl="0">
              <a:lnSpc>
                <a:spcPct val="70000"/>
              </a:lnSpc>
              <a:spcBef>
                <a:spcPts val="0"/>
              </a:spcBef>
              <a:spcAft>
                <a:spcPts val="0"/>
              </a:spcAft>
              <a:buClr>
                <a:schemeClr val="dk1"/>
              </a:buClr>
              <a:buSzPts val="2800"/>
              <a:buFont typeface="Playfair Display ExtraBold"/>
              <a:buNone/>
              <a:defRPr sz="7000" i="0">
                <a:solidFill>
                  <a:schemeClr val="dk1"/>
                </a:solidFill>
              </a:defRPr>
            </a:lvl1pPr>
            <a:lvl2pPr lvl="1"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2pPr>
            <a:lvl3pPr lvl="2"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3pPr>
            <a:lvl4pPr lvl="3"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4pPr>
            <a:lvl5pPr lvl="4"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5pPr>
            <a:lvl6pPr lvl="5"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6pPr>
            <a:lvl7pPr lvl="6"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7pPr>
            <a:lvl8pPr lvl="7"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8pPr>
            <a:lvl9pPr lvl="8"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9pPr>
          </a:lstStyle>
          <a:p>
            <a:endParaRPr/>
          </a:p>
        </p:txBody>
      </p:sp>
      <p:sp>
        <p:nvSpPr>
          <p:cNvPr id="13" name="Google Shape;13;p2"/>
          <p:cNvSpPr txBox="1">
            <a:spLocks noGrp="1"/>
          </p:cNvSpPr>
          <p:nvPr>
            <p:ph type="subTitle" idx="1"/>
          </p:nvPr>
        </p:nvSpPr>
        <p:spPr>
          <a:xfrm flipH="1">
            <a:off x="723600" y="3470952"/>
            <a:ext cx="2527800" cy="687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400"/>
              <a:buNone/>
              <a:defRPr sz="1800">
                <a:solidFill>
                  <a:schemeClr val="dk1"/>
                </a:solidFill>
              </a:defRPr>
            </a:lvl1pPr>
            <a:lvl2pPr lvl="1" rtl="0">
              <a:lnSpc>
                <a:spcPct val="100000"/>
              </a:lnSpc>
              <a:spcBef>
                <a:spcPts val="0"/>
              </a:spcBef>
              <a:spcAft>
                <a:spcPts val="0"/>
              </a:spcAft>
              <a:buClr>
                <a:srgbClr val="FFFFFF"/>
              </a:buClr>
              <a:buSzPts val="1400"/>
              <a:buNone/>
              <a:defRPr sz="1400">
                <a:solidFill>
                  <a:srgbClr val="FFFFFF"/>
                </a:solidFill>
              </a:defRPr>
            </a:lvl2pPr>
            <a:lvl3pPr lvl="2" rtl="0">
              <a:lnSpc>
                <a:spcPct val="100000"/>
              </a:lnSpc>
              <a:spcBef>
                <a:spcPts val="0"/>
              </a:spcBef>
              <a:spcAft>
                <a:spcPts val="0"/>
              </a:spcAft>
              <a:buClr>
                <a:srgbClr val="FFFFFF"/>
              </a:buClr>
              <a:buSzPts val="1400"/>
              <a:buNone/>
              <a:defRPr sz="1400">
                <a:solidFill>
                  <a:srgbClr val="FFFFFF"/>
                </a:solidFill>
              </a:defRPr>
            </a:lvl3pPr>
            <a:lvl4pPr lvl="3" rtl="0">
              <a:lnSpc>
                <a:spcPct val="100000"/>
              </a:lnSpc>
              <a:spcBef>
                <a:spcPts val="0"/>
              </a:spcBef>
              <a:spcAft>
                <a:spcPts val="0"/>
              </a:spcAft>
              <a:buClr>
                <a:srgbClr val="FFFFFF"/>
              </a:buClr>
              <a:buSzPts val="1400"/>
              <a:buNone/>
              <a:defRPr sz="1400">
                <a:solidFill>
                  <a:srgbClr val="FFFFFF"/>
                </a:solidFill>
              </a:defRPr>
            </a:lvl4pPr>
            <a:lvl5pPr lvl="4" rtl="0">
              <a:lnSpc>
                <a:spcPct val="100000"/>
              </a:lnSpc>
              <a:spcBef>
                <a:spcPts val="0"/>
              </a:spcBef>
              <a:spcAft>
                <a:spcPts val="0"/>
              </a:spcAft>
              <a:buClr>
                <a:srgbClr val="FFFFFF"/>
              </a:buClr>
              <a:buSzPts val="1400"/>
              <a:buNone/>
              <a:defRPr sz="1400">
                <a:solidFill>
                  <a:srgbClr val="FFFFFF"/>
                </a:solidFill>
              </a:defRPr>
            </a:lvl5pPr>
            <a:lvl6pPr lvl="5" rtl="0">
              <a:lnSpc>
                <a:spcPct val="100000"/>
              </a:lnSpc>
              <a:spcBef>
                <a:spcPts val="0"/>
              </a:spcBef>
              <a:spcAft>
                <a:spcPts val="0"/>
              </a:spcAft>
              <a:buClr>
                <a:srgbClr val="FFFFFF"/>
              </a:buClr>
              <a:buSzPts val="1400"/>
              <a:buNone/>
              <a:defRPr sz="1400">
                <a:solidFill>
                  <a:srgbClr val="FFFFFF"/>
                </a:solidFill>
              </a:defRPr>
            </a:lvl6pPr>
            <a:lvl7pPr lvl="6" rtl="0">
              <a:lnSpc>
                <a:spcPct val="100000"/>
              </a:lnSpc>
              <a:spcBef>
                <a:spcPts val="0"/>
              </a:spcBef>
              <a:spcAft>
                <a:spcPts val="0"/>
              </a:spcAft>
              <a:buClr>
                <a:srgbClr val="FFFFFF"/>
              </a:buClr>
              <a:buSzPts val="1400"/>
              <a:buNone/>
              <a:defRPr sz="1400">
                <a:solidFill>
                  <a:srgbClr val="FFFFFF"/>
                </a:solidFill>
              </a:defRPr>
            </a:lvl7pPr>
            <a:lvl8pPr lvl="7" rtl="0">
              <a:lnSpc>
                <a:spcPct val="100000"/>
              </a:lnSpc>
              <a:spcBef>
                <a:spcPts val="0"/>
              </a:spcBef>
              <a:spcAft>
                <a:spcPts val="0"/>
              </a:spcAft>
              <a:buClr>
                <a:srgbClr val="FFFFFF"/>
              </a:buClr>
              <a:buSzPts val="1400"/>
              <a:buNone/>
              <a:defRPr sz="1400">
                <a:solidFill>
                  <a:srgbClr val="FFFFFF"/>
                </a:solidFill>
              </a:defRPr>
            </a:lvl8pPr>
            <a:lvl9pPr lvl="8" rtl="0">
              <a:lnSpc>
                <a:spcPct val="100000"/>
              </a:lnSpc>
              <a:spcBef>
                <a:spcPts val="0"/>
              </a:spcBef>
              <a:spcAft>
                <a:spcPts val="0"/>
              </a:spcAft>
              <a:buClr>
                <a:srgbClr val="FFFFFF"/>
              </a:buClr>
              <a:buSzPts val="1400"/>
              <a:buNone/>
              <a:defRPr sz="1400">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p:cSld name="CUSTOM_7_1_1">
    <p:spTree>
      <p:nvGrpSpPr>
        <p:cNvPr id="1" name="Shape 24"/>
        <p:cNvGrpSpPr/>
        <p:nvPr/>
      </p:nvGrpSpPr>
      <p:grpSpPr>
        <a:xfrm>
          <a:off x="0" y="0"/>
          <a:ext cx="0" cy="0"/>
          <a:chOff x="0" y="0"/>
          <a:chExt cx="0" cy="0"/>
        </a:xfrm>
      </p:grpSpPr>
      <p:grpSp>
        <p:nvGrpSpPr>
          <p:cNvPr id="25" name="Google Shape;25;p4"/>
          <p:cNvGrpSpPr/>
          <p:nvPr/>
        </p:nvGrpSpPr>
        <p:grpSpPr>
          <a:xfrm>
            <a:off x="181325" y="172650"/>
            <a:ext cx="8781600" cy="4798200"/>
            <a:chOff x="181325" y="172650"/>
            <a:chExt cx="8781600" cy="4798200"/>
          </a:xfrm>
        </p:grpSpPr>
        <p:sp>
          <p:nvSpPr>
            <p:cNvPr id="26" name="Google Shape;26;p4"/>
            <p:cNvSpPr/>
            <p:nvPr/>
          </p:nvSpPr>
          <p:spPr>
            <a:xfrm>
              <a:off x="181800" y="172650"/>
              <a:ext cx="8780400" cy="4798200"/>
            </a:xfrm>
            <a:prstGeom prst="roundRect">
              <a:avLst>
                <a:gd name="adj" fmla="val 5555"/>
              </a:avLst>
            </a:prstGeom>
            <a:solidFill>
              <a:srgbClr val="B0B380"/>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 name="Google Shape;27;p4"/>
            <p:cNvCxnSpPr/>
            <p:nvPr/>
          </p:nvCxnSpPr>
          <p:spPr>
            <a:xfrm>
              <a:off x="181325" y="683100"/>
              <a:ext cx="8781600" cy="0"/>
            </a:xfrm>
            <a:prstGeom prst="straightConnector1">
              <a:avLst/>
            </a:prstGeom>
            <a:noFill/>
            <a:ln w="19050" cap="flat" cmpd="sng">
              <a:solidFill>
                <a:schemeClr val="dk1"/>
              </a:solidFill>
              <a:prstDash val="solid"/>
              <a:round/>
              <a:headEnd type="none" w="med" len="med"/>
              <a:tailEnd type="none" w="med" len="med"/>
            </a:ln>
          </p:spPr>
        </p:cxnSp>
      </p:grpSp>
      <p:sp>
        <p:nvSpPr>
          <p:cNvPr id="28" name="Google Shape;28;p4"/>
          <p:cNvSpPr txBox="1">
            <a:spLocks noGrp="1"/>
          </p:cNvSpPr>
          <p:nvPr>
            <p:ph type="body" idx="1"/>
          </p:nvPr>
        </p:nvSpPr>
        <p:spPr>
          <a:xfrm>
            <a:off x="721725" y="1395600"/>
            <a:ext cx="7700400" cy="3213000"/>
          </a:xfrm>
          <a:prstGeom prst="rect">
            <a:avLst/>
          </a:prstGeom>
        </p:spPr>
        <p:txBody>
          <a:bodyPr spcFirstLastPara="1" wrap="square" lIns="91425" tIns="91425" rIns="91425" bIns="91425" anchor="ctr" anchorCtr="0">
            <a:noAutofit/>
          </a:bodyPr>
          <a:lstStyle>
            <a:lvl1pPr marL="457200" lvl="0" indent="-317500" rtl="0">
              <a:lnSpc>
                <a:spcPct val="100000"/>
              </a:lnSpc>
              <a:spcBef>
                <a:spcPts val="0"/>
              </a:spcBef>
              <a:spcAft>
                <a:spcPts val="0"/>
              </a:spcAft>
              <a:buClr>
                <a:schemeClr val="dk1"/>
              </a:buClr>
              <a:buSzPts val="1400"/>
              <a:buAutoNum type="arabicPeriod"/>
              <a:defRPr sz="1100">
                <a:solidFill>
                  <a:schemeClr val="dk1"/>
                </a:solidFill>
              </a:defRPr>
            </a:lvl1pPr>
            <a:lvl2pPr marL="914400" lvl="1" indent="-317500" rtl="0">
              <a:lnSpc>
                <a:spcPct val="115000"/>
              </a:lnSpc>
              <a:spcBef>
                <a:spcPts val="1600"/>
              </a:spcBef>
              <a:spcAft>
                <a:spcPts val="0"/>
              </a:spcAft>
              <a:buClr>
                <a:schemeClr val="dk1"/>
              </a:buClr>
              <a:buSzPts val="1400"/>
              <a:buAutoNum type="alphaLcPeriod"/>
              <a:defRPr sz="1400">
                <a:solidFill>
                  <a:schemeClr val="dk1"/>
                </a:solidFill>
              </a:defRPr>
            </a:lvl2pPr>
            <a:lvl3pPr marL="1371600" lvl="2" indent="-317500" rtl="0">
              <a:lnSpc>
                <a:spcPct val="115000"/>
              </a:lnSpc>
              <a:spcBef>
                <a:spcPts val="1600"/>
              </a:spcBef>
              <a:spcAft>
                <a:spcPts val="0"/>
              </a:spcAft>
              <a:buClr>
                <a:schemeClr val="dk1"/>
              </a:buClr>
              <a:buSzPts val="1400"/>
              <a:buAutoNum type="romanLcPeriod"/>
              <a:defRPr sz="1400">
                <a:solidFill>
                  <a:schemeClr val="dk1"/>
                </a:solidFill>
              </a:defRPr>
            </a:lvl3pPr>
            <a:lvl4pPr marL="1828800" lvl="3" indent="-317500" rtl="0">
              <a:lnSpc>
                <a:spcPct val="115000"/>
              </a:lnSpc>
              <a:spcBef>
                <a:spcPts val="1600"/>
              </a:spcBef>
              <a:spcAft>
                <a:spcPts val="0"/>
              </a:spcAft>
              <a:buClr>
                <a:schemeClr val="dk1"/>
              </a:buClr>
              <a:buSzPts val="1400"/>
              <a:buAutoNum type="arabicPeriod"/>
              <a:defRPr sz="1400">
                <a:solidFill>
                  <a:schemeClr val="dk1"/>
                </a:solidFill>
              </a:defRPr>
            </a:lvl4pPr>
            <a:lvl5pPr marL="2286000" lvl="4" indent="-317500" rtl="0">
              <a:lnSpc>
                <a:spcPct val="115000"/>
              </a:lnSpc>
              <a:spcBef>
                <a:spcPts val="1600"/>
              </a:spcBef>
              <a:spcAft>
                <a:spcPts val="0"/>
              </a:spcAft>
              <a:buClr>
                <a:schemeClr val="dk1"/>
              </a:buClr>
              <a:buSzPts val="1400"/>
              <a:buAutoNum type="alphaLcPeriod"/>
              <a:defRPr sz="1400">
                <a:solidFill>
                  <a:schemeClr val="dk1"/>
                </a:solidFill>
              </a:defRPr>
            </a:lvl5pPr>
            <a:lvl6pPr marL="2743200" lvl="5" indent="-317500" rtl="0">
              <a:lnSpc>
                <a:spcPct val="115000"/>
              </a:lnSpc>
              <a:spcBef>
                <a:spcPts val="1600"/>
              </a:spcBef>
              <a:spcAft>
                <a:spcPts val="0"/>
              </a:spcAft>
              <a:buClr>
                <a:schemeClr val="dk1"/>
              </a:buClr>
              <a:buSzPts val="1400"/>
              <a:buAutoNum type="romanLcPeriod"/>
              <a:defRPr sz="1400">
                <a:solidFill>
                  <a:schemeClr val="dk1"/>
                </a:solidFill>
              </a:defRPr>
            </a:lvl6pPr>
            <a:lvl7pPr marL="3200400" lvl="6" indent="-317500" rtl="0">
              <a:lnSpc>
                <a:spcPct val="115000"/>
              </a:lnSpc>
              <a:spcBef>
                <a:spcPts val="1600"/>
              </a:spcBef>
              <a:spcAft>
                <a:spcPts val="0"/>
              </a:spcAft>
              <a:buClr>
                <a:schemeClr val="dk1"/>
              </a:buClr>
              <a:buSzPts val="1400"/>
              <a:buAutoNum type="arabicPeriod"/>
              <a:defRPr sz="1400">
                <a:solidFill>
                  <a:schemeClr val="dk1"/>
                </a:solidFill>
              </a:defRPr>
            </a:lvl7pPr>
            <a:lvl8pPr marL="3657600" lvl="7" indent="-317500" rtl="0">
              <a:lnSpc>
                <a:spcPct val="115000"/>
              </a:lnSpc>
              <a:spcBef>
                <a:spcPts val="1600"/>
              </a:spcBef>
              <a:spcAft>
                <a:spcPts val="0"/>
              </a:spcAft>
              <a:buClr>
                <a:schemeClr val="dk1"/>
              </a:buClr>
              <a:buSzPts val="1400"/>
              <a:buAutoNum type="alphaLcPeriod"/>
              <a:defRPr sz="1400">
                <a:solidFill>
                  <a:schemeClr val="dk1"/>
                </a:solidFill>
              </a:defRPr>
            </a:lvl8pPr>
            <a:lvl9pPr marL="4114800" lvl="8" indent="-317500" rtl="0">
              <a:lnSpc>
                <a:spcPct val="115000"/>
              </a:lnSpc>
              <a:spcBef>
                <a:spcPts val="1600"/>
              </a:spcBef>
              <a:spcAft>
                <a:spcPts val="1600"/>
              </a:spcAft>
              <a:buClr>
                <a:schemeClr val="dk1"/>
              </a:buClr>
              <a:buSzPts val="1400"/>
              <a:buAutoNum type="romanLcPeriod"/>
              <a:defRPr sz="1400">
                <a:solidFill>
                  <a:schemeClr val="dk1"/>
                </a:solidFill>
              </a:defRPr>
            </a:lvl9pPr>
          </a:lstStyle>
          <a:p>
            <a:endParaRPr/>
          </a:p>
        </p:txBody>
      </p:sp>
      <p:sp>
        <p:nvSpPr>
          <p:cNvPr id="29" name="Google Shape;29;p4"/>
          <p:cNvSpPr txBox="1">
            <a:spLocks noGrp="1"/>
          </p:cNvSpPr>
          <p:nvPr>
            <p:ph type="title"/>
          </p:nvPr>
        </p:nvSpPr>
        <p:spPr>
          <a:xfrm>
            <a:off x="713225" y="825000"/>
            <a:ext cx="7717500" cy="570600"/>
          </a:xfrm>
          <a:prstGeom prst="rect">
            <a:avLst/>
          </a:prstGeom>
        </p:spPr>
        <p:txBody>
          <a:bodyPr spcFirstLastPara="1" wrap="square" lIns="91425" tIns="91425" rIns="91425" bIns="91425" anchor="ctr" anchorCtr="0">
            <a:noAutofit/>
          </a:bodyPr>
          <a:lstStyle>
            <a:lvl1pPr lvl="0" algn="ctr" rtl="0">
              <a:lnSpc>
                <a:spcPct val="70000"/>
              </a:lnSpc>
              <a:spcBef>
                <a:spcPts val="0"/>
              </a:spcBef>
              <a:spcAft>
                <a:spcPts val="0"/>
              </a:spcAft>
              <a:buClr>
                <a:schemeClr val="dk1"/>
              </a:buClr>
              <a:buSzPts val="2800"/>
              <a:buFont typeface="Playfair Display ExtraBold"/>
              <a:buNone/>
              <a:defRPr sz="3000" i="0">
                <a:solidFill>
                  <a:schemeClr val="dk1"/>
                </a:solidFill>
              </a:defRPr>
            </a:lvl1pPr>
            <a:lvl2pPr lvl="1"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2pPr>
            <a:lvl3pPr lvl="2"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3pPr>
            <a:lvl4pPr lvl="3"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4pPr>
            <a:lvl5pPr lvl="4"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5pPr>
            <a:lvl6pPr lvl="5"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6pPr>
            <a:lvl7pPr lvl="6"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7pPr>
            <a:lvl8pPr lvl="7"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8pPr>
            <a:lvl9pPr lvl="8"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p:cSld name="CUSTOM_7_1_1_1">
    <p:spTree>
      <p:nvGrpSpPr>
        <p:cNvPr id="1" name="Shape 30"/>
        <p:cNvGrpSpPr/>
        <p:nvPr/>
      </p:nvGrpSpPr>
      <p:grpSpPr>
        <a:xfrm>
          <a:off x="0" y="0"/>
          <a:ext cx="0" cy="0"/>
          <a:chOff x="0" y="0"/>
          <a:chExt cx="0" cy="0"/>
        </a:xfrm>
      </p:grpSpPr>
      <p:sp>
        <p:nvSpPr>
          <p:cNvPr id="31" name="Google Shape;31;p5"/>
          <p:cNvSpPr/>
          <p:nvPr/>
        </p:nvSpPr>
        <p:spPr>
          <a:xfrm>
            <a:off x="181800" y="539500"/>
            <a:ext cx="8768700" cy="799200"/>
          </a:xfrm>
          <a:prstGeom prst="roundRect">
            <a:avLst>
              <a:gd name="adj" fmla="val 33352"/>
            </a:avLst>
          </a:prstGeom>
          <a:solidFill>
            <a:srgbClr val="B0B380"/>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 name="Google Shape;32;p5"/>
          <p:cNvCxnSpPr/>
          <p:nvPr/>
        </p:nvCxnSpPr>
        <p:spPr>
          <a:xfrm>
            <a:off x="194350" y="4608575"/>
            <a:ext cx="8768700" cy="0"/>
          </a:xfrm>
          <a:prstGeom prst="straightConnector1">
            <a:avLst/>
          </a:prstGeom>
          <a:noFill/>
          <a:ln w="19050" cap="flat" cmpd="sng">
            <a:solidFill>
              <a:srgbClr val="1B2119"/>
            </a:solidFill>
            <a:prstDash val="solid"/>
            <a:round/>
            <a:headEnd type="none" w="med" len="med"/>
            <a:tailEnd type="none" w="med" len="med"/>
          </a:ln>
        </p:spPr>
      </p:cxnSp>
      <p:cxnSp>
        <p:nvCxnSpPr>
          <p:cNvPr id="33" name="Google Shape;33;p5"/>
          <p:cNvCxnSpPr/>
          <p:nvPr/>
        </p:nvCxnSpPr>
        <p:spPr>
          <a:xfrm>
            <a:off x="194350" y="261700"/>
            <a:ext cx="8768700" cy="0"/>
          </a:xfrm>
          <a:prstGeom prst="straightConnector1">
            <a:avLst/>
          </a:prstGeom>
          <a:noFill/>
          <a:ln w="19050" cap="flat" cmpd="sng">
            <a:solidFill>
              <a:srgbClr val="1B2119"/>
            </a:solidFill>
            <a:prstDash val="solid"/>
            <a:round/>
            <a:headEnd type="none" w="med" len="med"/>
            <a:tailEnd type="none" w="med" len="med"/>
          </a:ln>
        </p:spPr>
      </p:cxnSp>
      <p:sp>
        <p:nvSpPr>
          <p:cNvPr id="34" name="Google Shape;34;p5"/>
          <p:cNvSpPr txBox="1">
            <a:spLocks noGrp="1"/>
          </p:cNvSpPr>
          <p:nvPr>
            <p:ph type="ctrTitle"/>
          </p:nvPr>
        </p:nvSpPr>
        <p:spPr>
          <a:xfrm>
            <a:off x="1004475" y="1699190"/>
            <a:ext cx="3300900" cy="570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600"/>
              <a:buNone/>
              <a:defRPr sz="21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35" name="Google Shape;35;p5"/>
          <p:cNvSpPr txBox="1">
            <a:spLocks noGrp="1"/>
          </p:cNvSpPr>
          <p:nvPr>
            <p:ph type="subTitle" idx="1"/>
          </p:nvPr>
        </p:nvSpPr>
        <p:spPr>
          <a:xfrm>
            <a:off x="1004475" y="2399788"/>
            <a:ext cx="3300900" cy="177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400"/>
              <a:buChar char="●"/>
              <a:defRPr sz="1300">
                <a:solidFill>
                  <a:schemeClr val="dk1"/>
                </a:solidFill>
              </a:defRPr>
            </a:lvl1pPr>
            <a:lvl2pPr lvl="1" algn="ctr" rtl="0">
              <a:lnSpc>
                <a:spcPct val="100000"/>
              </a:lnSpc>
              <a:spcBef>
                <a:spcPts val="0"/>
              </a:spcBef>
              <a:spcAft>
                <a:spcPts val="0"/>
              </a:spcAft>
              <a:buClr>
                <a:srgbClr val="000000"/>
              </a:buClr>
              <a:buSzPts val="1400"/>
              <a:buChar char="○"/>
              <a:defRPr>
                <a:solidFill>
                  <a:srgbClr val="000000"/>
                </a:solidFill>
              </a:defRPr>
            </a:lvl2pPr>
            <a:lvl3pPr lvl="2" algn="ctr" rtl="0">
              <a:lnSpc>
                <a:spcPct val="100000"/>
              </a:lnSpc>
              <a:spcBef>
                <a:spcPts val="0"/>
              </a:spcBef>
              <a:spcAft>
                <a:spcPts val="0"/>
              </a:spcAft>
              <a:buClr>
                <a:srgbClr val="000000"/>
              </a:buClr>
              <a:buSzPts val="1400"/>
              <a:buChar char="■"/>
              <a:defRPr>
                <a:solidFill>
                  <a:srgbClr val="000000"/>
                </a:solidFill>
              </a:defRPr>
            </a:lvl3pPr>
            <a:lvl4pPr lvl="3" algn="ctr" rtl="0">
              <a:lnSpc>
                <a:spcPct val="100000"/>
              </a:lnSpc>
              <a:spcBef>
                <a:spcPts val="0"/>
              </a:spcBef>
              <a:spcAft>
                <a:spcPts val="0"/>
              </a:spcAft>
              <a:buClr>
                <a:srgbClr val="000000"/>
              </a:buClr>
              <a:buSzPts val="1400"/>
              <a:buChar char="●"/>
              <a:defRPr>
                <a:solidFill>
                  <a:srgbClr val="000000"/>
                </a:solidFill>
              </a:defRPr>
            </a:lvl4pPr>
            <a:lvl5pPr lvl="4" algn="ctr" rtl="0">
              <a:lnSpc>
                <a:spcPct val="100000"/>
              </a:lnSpc>
              <a:spcBef>
                <a:spcPts val="0"/>
              </a:spcBef>
              <a:spcAft>
                <a:spcPts val="0"/>
              </a:spcAft>
              <a:buClr>
                <a:srgbClr val="000000"/>
              </a:buClr>
              <a:buSzPts val="1400"/>
              <a:buChar char="○"/>
              <a:defRPr>
                <a:solidFill>
                  <a:srgbClr val="000000"/>
                </a:solidFill>
              </a:defRPr>
            </a:lvl5pPr>
            <a:lvl6pPr lvl="5" algn="ctr" rtl="0">
              <a:lnSpc>
                <a:spcPct val="100000"/>
              </a:lnSpc>
              <a:spcBef>
                <a:spcPts val="0"/>
              </a:spcBef>
              <a:spcAft>
                <a:spcPts val="0"/>
              </a:spcAft>
              <a:buClr>
                <a:srgbClr val="000000"/>
              </a:buClr>
              <a:buSzPts val="1400"/>
              <a:buChar char="■"/>
              <a:defRPr>
                <a:solidFill>
                  <a:srgbClr val="000000"/>
                </a:solidFill>
              </a:defRPr>
            </a:lvl6pPr>
            <a:lvl7pPr lvl="6" algn="ctr" rtl="0">
              <a:lnSpc>
                <a:spcPct val="100000"/>
              </a:lnSpc>
              <a:spcBef>
                <a:spcPts val="0"/>
              </a:spcBef>
              <a:spcAft>
                <a:spcPts val="0"/>
              </a:spcAft>
              <a:buClr>
                <a:srgbClr val="000000"/>
              </a:buClr>
              <a:buSzPts val="1400"/>
              <a:buChar char="●"/>
              <a:defRPr>
                <a:solidFill>
                  <a:srgbClr val="000000"/>
                </a:solidFill>
              </a:defRPr>
            </a:lvl7pPr>
            <a:lvl8pPr lvl="7" algn="ctr" rtl="0">
              <a:lnSpc>
                <a:spcPct val="100000"/>
              </a:lnSpc>
              <a:spcBef>
                <a:spcPts val="0"/>
              </a:spcBef>
              <a:spcAft>
                <a:spcPts val="0"/>
              </a:spcAft>
              <a:buClr>
                <a:srgbClr val="000000"/>
              </a:buClr>
              <a:buSzPts val="1400"/>
              <a:buChar char="○"/>
              <a:defRPr>
                <a:solidFill>
                  <a:srgbClr val="000000"/>
                </a:solidFill>
              </a:defRPr>
            </a:lvl8pPr>
            <a:lvl9pPr lvl="8" algn="ctr" rtl="0">
              <a:lnSpc>
                <a:spcPct val="100000"/>
              </a:lnSpc>
              <a:spcBef>
                <a:spcPts val="0"/>
              </a:spcBef>
              <a:spcAft>
                <a:spcPts val="0"/>
              </a:spcAft>
              <a:buClr>
                <a:srgbClr val="000000"/>
              </a:buClr>
              <a:buSzPts val="1400"/>
              <a:buChar char="■"/>
              <a:defRPr>
                <a:solidFill>
                  <a:srgbClr val="000000"/>
                </a:solidFill>
              </a:defRPr>
            </a:lvl9pPr>
          </a:lstStyle>
          <a:p>
            <a:endParaRPr/>
          </a:p>
        </p:txBody>
      </p:sp>
      <p:sp>
        <p:nvSpPr>
          <p:cNvPr id="36" name="Google Shape;36;p5"/>
          <p:cNvSpPr txBox="1">
            <a:spLocks noGrp="1"/>
          </p:cNvSpPr>
          <p:nvPr>
            <p:ph type="ctrTitle" idx="2"/>
          </p:nvPr>
        </p:nvSpPr>
        <p:spPr>
          <a:xfrm>
            <a:off x="4839229" y="1699190"/>
            <a:ext cx="3299700" cy="570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600"/>
              <a:buNone/>
              <a:defRPr sz="21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37" name="Google Shape;37;p5"/>
          <p:cNvSpPr txBox="1">
            <a:spLocks noGrp="1"/>
          </p:cNvSpPr>
          <p:nvPr>
            <p:ph type="subTitle" idx="3"/>
          </p:nvPr>
        </p:nvSpPr>
        <p:spPr>
          <a:xfrm>
            <a:off x="4838629" y="2397426"/>
            <a:ext cx="3300900" cy="1776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400"/>
              <a:buChar char="●"/>
              <a:defRPr sz="1300">
                <a:solidFill>
                  <a:schemeClr val="dk1"/>
                </a:solidFill>
              </a:defRPr>
            </a:lvl1pPr>
            <a:lvl2pPr lvl="1" algn="ctr" rtl="0">
              <a:lnSpc>
                <a:spcPct val="100000"/>
              </a:lnSpc>
              <a:spcBef>
                <a:spcPts val="0"/>
              </a:spcBef>
              <a:spcAft>
                <a:spcPts val="0"/>
              </a:spcAft>
              <a:buClr>
                <a:srgbClr val="000000"/>
              </a:buClr>
              <a:buSzPts val="1400"/>
              <a:buChar char="○"/>
              <a:defRPr>
                <a:solidFill>
                  <a:srgbClr val="000000"/>
                </a:solidFill>
              </a:defRPr>
            </a:lvl2pPr>
            <a:lvl3pPr lvl="2" algn="ctr" rtl="0">
              <a:lnSpc>
                <a:spcPct val="100000"/>
              </a:lnSpc>
              <a:spcBef>
                <a:spcPts val="0"/>
              </a:spcBef>
              <a:spcAft>
                <a:spcPts val="0"/>
              </a:spcAft>
              <a:buClr>
                <a:srgbClr val="000000"/>
              </a:buClr>
              <a:buSzPts val="1400"/>
              <a:buChar char="■"/>
              <a:defRPr>
                <a:solidFill>
                  <a:srgbClr val="000000"/>
                </a:solidFill>
              </a:defRPr>
            </a:lvl3pPr>
            <a:lvl4pPr lvl="3" algn="ctr" rtl="0">
              <a:lnSpc>
                <a:spcPct val="100000"/>
              </a:lnSpc>
              <a:spcBef>
                <a:spcPts val="0"/>
              </a:spcBef>
              <a:spcAft>
                <a:spcPts val="0"/>
              </a:spcAft>
              <a:buClr>
                <a:srgbClr val="000000"/>
              </a:buClr>
              <a:buSzPts val="1400"/>
              <a:buChar char="●"/>
              <a:defRPr>
                <a:solidFill>
                  <a:srgbClr val="000000"/>
                </a:solidFill>
              </a:defRPr>
            </a:lvl4pPr>
            <a:lvl5pPr lvl="4" algn="ctr" rtl="0">
              <a:lnSpc>
                <a:spcPct val="100000"/>
              </a:lnSpc>
              <a:spcBef>
                <a:spcPts val="0"/>
              </a:spcBef>
              <a:spcAft>
                <a:spcPts val="0"/>
              </a:spcAft>
              <a:buClr>
                <a:srgbClr val="000000"/>
              </a:buClr>
              <a:buSzPts val="1400"/>
              <a:buChar char="○"/>
              <a:defRPr>
                <a:solidFill>
                  <a:srgbClr val="000000"/>
                </a:solidFill>
              </a:defRPr>
            </a:lvl5pPr>
            <a:lvl6pPr lvl="5" algn="ctr" rtl="0">
              <a:lnSpc>
                <a:spcPct val="100000"/>
              </a:lnSpc>
              <a:spcBef>
                <a:spcPts val="0"/>
              </a:spcBef>
              <a:spcAft>
                <a:spcPts val="0"/>
              </a:spcAft>
              <a:buClr>
                <a:srgbClr val="000000"/>
              </a:buClr>
              <a:buSzPts val="1400"/>
              <a:buChar char="■"/>
              <a:defRPr>
                <a:solidFill>
                  <a:srgbClr val="000000"/>
                </a:solidFill>
              </a:defRPr>
            </a:lvl6pPr>
            <a:lvl7pPr lvl="6" algn="ctr" rtl="0">
              <a:lnSpc>
                <a:spcPct val="100000"/>
              </a:lnSpc>
              <a:spcBef>
                <a:spcPts val="0"/>
              </a:spcBef>
              <a:spcAft>
                <a:spcPts val="0"/>
              </a:spcAft>
              <a:buClr>
                <a:srgbClr val="000000"/>
              </a:buClr>
              <a:buSzPts val="1400"/>
              <a:buChar char="●"/>
              <a:defRPr>
                <a:solidFill>
                  <a:srgbClr val="000000"/>
                </a:solidFill>
              </a:defRPr>
            </a:lvl7pPr>
            <a:lvl8pPr lvl="7" algn="ctr" rtl="0">
              <a:lnSpc>
                <a:spcPct val="100000"/>
              </a:lnSpc>
              <a:spcBef>
                <a:spcPts val="0"/>
              </a:spcBef>
              <a:spcAft>
                <a:spcPts val="0"/>
              </a:spcAft>
              <a:buClr>
                <a:srgbClr val="000000"/>
              </a:buClr>
              <a:buSzPts val="1400"/>
              <a:buChar char="○"/>
              <a:defRPr>
                <a:solidFill>
                  <a:srgbClr val="000000"/>
                </a:solidFill>
              </a:defRPr>
            </a:lvl8pPr>
            <a:lvl9pPr lvl="8" algn="ctr" rtl="0">
              <a:lnSpc>
                <a:spcPct val="100000"/>
              </a:lnSpc>
              <a:spcBef>
                <a:spcPts val="0"/>
              </a:spcBef>
              <a:spcAft>
                <a:spcPts val="0"/>
              </a:spcAft>
              <a:buClr>
                <a:srgbClr val="000000"/>
              </a:buClr>
              <a:buSzPts val="1400"/>
              <a:buChar char="■"/>
              <a:defRPr>
                <a:solidFill>
                  <a:srgbClr val="000000"/>
                </a:solidFill>
              </a:defRPr>
            </a:lvl9pPr>
          </a:lstStyle>
          <a:p>
            <a:endParaRPr/>
          </a:p>
        </p:txBody>
      </p:sp>
      <p:sp>
        <p:nvSpPr>
          <p:cNvPr id="38" name="Google Shape;38;p5"/>
          <p:cNvSpPr txBox="1">
            <a:spLocks noGrp="1"/>
          </p:cNvSpPr>
          <p:nvPr>
            <p:ph type="title" idx="4"/>
          </p:nvPr>
        </p:nvSpPr>
        <p:spPr>
          <a:xfrm>
            <a:off x="713225" y="683075"/>
            <a:ext cx="7717500" cy="570600"/>
          </a:xfrm>
          <a:prstGeom prst="rect">
            <a:avLst/>
          </a:prstGeom>
        </p:spPr>
        <p:txBody>
          <a:bodyPr spcFirstLastPara="1" wrap="square" lIns="91425" tIns="91425" rIns="91425" bIns="91425" anchor="ctr" anchorCtr="0">
            <a:noAutofit/>
          </a:bodyPr>
          <a:lstStyle>
            <a:lvl1pPr lvl="0" algn="ctr" rtl="0">
              <a:lnSpc>
                <a:spcPct val="70000"/>
              </a:lnSpc>
              <a:spcBef>
                <a:spcPts val="0"/>
              </a:spcBef>
              <a:spcAft>
                <a:spcPts val="0"/>
              </a:spcAft>
              <a:buClr>
                <a:schemeClr val="dk1"/>
              </a:buClr>
              <a:buSzPts val="2800"/>
              <a:buFont typeface="Playfair Display ExtraBold"/>
              <a:buNone/>
              <a:defRPr sz="3000" i="0">
                <a:solidFill>
                  <a:schemeClr val="dk1"/>
                </a:solidFill>
              </a:defRPr>
            </a:lvl1pPr>
            <a:lvl2pPr lvl="1"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2pPr>
            <a:lvl3pPr lvl="2"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3pPr>
            <a:lvl4pPr lvl="3"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4pPr>
            <a:lvl5pPr lvl="4"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5pPr>
            <a:lvl6pPr lvl="5"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6pPr>
            <a:lvl7pPr lvl="6"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7pPr>
            <a:lvl8pPr lvl="7"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8pPr>
            <a:lvl9pPr lvl="8"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cxnSp>
        <p:nvCxnSpPr>
          <p:cNvPr id="58" name="Google Shape;58;p9"/>
          <p:cNvCxnSpPr/>
          <p:nvPr/>
        </p:nvCxnSpPr>
        <p:spPr>
          <a:xfrm>
            <a:off x="713250" y="715825"/>
            <a:ext cx="7717500" cy="0"/>
          </a:xfrm>
          <a:prstGeom prst="straightConnector1">
            <a:avLst/>
          </a:prstGeom>
          <a:noFill/>
          <a:ln w="19050" cap="flat" cmpd="sng">
            <a:solidFill>
              <a:schemeClr val="dk1"/>
            </a:solidFill>
            <a:prstDash val="solid"/>
            <a:round/>
            <a:headEnd type="none" w="med" len="med"/>
            <a:tailEnd type="none" w="med" len="med"/>
          </a:ln>
        </p:spPr>
      </p:cxnSp>
      <p:cxnSp>
        <p:nvCxnSpPr>
          <p:cNvPr id="59" name="Google Shape;59;p9"/>
          <p:cNvCxnSpPr/>
          <p:nvPr/>
        </p:nvCxnSpPr>
        <p:spPr>
          <a:xfrm>
            <a:off x="713250" y="4427675"/>
            <a:ext cx="7717500" cy="0"/>
          </a:xfrm>
          <a:prstGeom prst="straightConnector1">
            <a:avLst/>
          </a:prstGeom>
          <a:noFill/>
          <a:ln w="19050" cap="flat" cmpd="sng">
            <a:solidFill>
              <a:schemeClr val="dk1"/>
            </a:solidFill>
            <a:prstDash val="solid"/>
            <a:round/>
            <a:headEnd type="none" w="med" len="med"/>
            <a:tailEnd type="none" w="med" len="med"/>
          </a:ln>
        </p:spPr>
      </p:cxnSp>
      <p:sp>
        <p:nvSpPr>
          <p:cNvPr id="60" name="Google Shape;60;p9"/>
          <p:cNvSpPr txBox="1">
            <a:spLocks noGrp="1"/>
          </p:cNvSpPr>
          <p:nvPr>
            <p:ph type="title"/>
          </p:nvPr>
        </p:nvSpPr>
        <p:spPr>
          <a:xfrm>
            <a:off x="1459050" y="1640725"/>
            <a:ext cx="6225900" cy="753000"/>
          </a:xfrm>
          <a:prstGeom prst="rect">
            <a:avLst/>
          </a:prstGeom>
        </p:spPr>
        <p:txBody>
          <a:bodyPr spcFirstLastPara="1" wrap="square" lIns="91425" tIns="91425" rIns="91425" bIns="91425" anchor="t" anchorCtr="0">
            <a:noAutofit/>
          </a:bodyPr>
          <a:lstStyle>
            <a:lvl1pPr lvl="0" rtl="0">
              <a:lnSpc>
                <a:spcPct val="70000"/>
              </a:lnSpc>
              <a:spcBef>
                <a:spcPts val="0"/>
              </a:spcBef>
              <a:spcAft>
                <a:spcPts val="0"/>
              </a:spcAft>
              <a:buSzPts val="3600"/>
              <a:buNone/>
              <a:defRPr sz="53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1" name="Google Shape;61;p9"/>
          <p:cNvSpPr txBox="1">
            <a:spLocks noGrp="1"/>
          </p:cNvSpPr>
          <p:nvPr>
            <p:ph type="subTitle" idx="1"/>
          </p:nvPr>
        </p:nvSpPr>
        <p:spPr>
          <a:xfrm>
            <a:off x="2643600" y="2475124"/>
            <a:ext cx="3856800" cy="1336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CUSTOM_6">
    <p:bg>
      <p:bgPr>
        <a:solidFill>
          <a:srgbClr val="FFFFFF"/>
        </a:solidFill>
        <a:effectLst/>
      </p:bgPr>
    </p:bg>
    <p:spTree>
      <p:nvGrpSpPr>
        <p:cNvPr id="1" name="Shape 7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
  <p:cSld name="CUSTOM_1_1_1">
    <p:spTree>
      <p:nvGrpSpPr>
        <p:cNvPr id="1" name="Shape 74"/>
        <p:cNvGrpSpPr/>
        <p:nvPr/>
      </p:nvGrpSpPr>
      <p:grpSpPr>
        <a:xfrm>
          <a:off x="0" y="0"/>
          <a:ext cx="0" cy="0"/>
          <a:chOff x="0" y="0"/>
          <a:chExt cx="0" cy="0"/>
        </a:xfrm>
      </p:grpSpPr>
      <p:grpSp>
        <p:nvGrpSpPr>
          <p:cNvPr id="75" name="Google Shape;75;p13"/>
          <p:cNvGrpSpPr/>
          <p:nvPr/>
        </p:nvGrpSpPr>
        <p:grpSpPr>
          <a:xfrm>
            <a:off x="181800" y="172650"/>
            <a:ext cx="8781250" cy="4798200"/>
            <a:chOff x="181800" y="172650"/>
            <a:chExt cx="8781250" cy="4798200"/>
          </a:xfrm>
        </p:grpSpPr>
        <p:sp>
          <p:nvSpPr>
            <p:cNvPr id="76" name="Google Shape;76;p13"/>
            <p:cNvSpPr/>
            <p:nvPr/>
          </p:nvSpPr>
          <p:spPr>
            <a:xfrm>
              <a:off x="181800" y="172650"/>
              <a:ext cx="8780400" cy="4798200"/>
            </a:xfrm>
            <a:prstGeom prst="roundRect">
              <a:avLst>
                <a:gd name="adj" fmla="val 5555"/>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7" name="Google Shape;77;p13"/>
            <p:cNvCxnSpPr/>
            <p:nvPr/>
          </p:nvCxnSpPr>
          <p:spPr>
            <a:xfrm>
              <a:off x="194350" y="683100"/>
              <a:ext cx="8768700" cy="0"/>
            </a:xfrm>
            <a:prstGeom prst="straightConnector1">
              <a:avLst/>
            </a:prstGeom>
            <a:noFill/>
            <a:ln w="19050" cap="flat" cmpd="sng">
              <a:solidFill>
                <a:schemeClr val="dk1"/>
              </a:solidFill>
              <a:prstDash val="solid"/>
              <a:round/>
              <a:headEnd type="none" w="med" len="med"/>
              <a:tailEnd type="none" w="med" len="med"/>
            </a:ln>
          </p:spPr>
        </p:cxnSp>
      </p:grpSp>
      <p:grpSp>
        <p:nvGrpSpPr>
          <p:cNvPr id="78" name="Google Shape;78;p13"/>
          <p:cNvGrpSpPr/>
          <p:nvPr/>
        </p:nvGrpSpPr>
        <p:grpSpPr>
          <a:xfrm>
            <a:off x="713200" y="1354900"/>
            <a:ext cx="7717500" cy="3253800"/>
            <a:chOff x="713200" y="1354900"/>
            <a:chExt cx="7717500" cy="3253800"/>
          </a:xfrm>
        </p:grpSpPr>
        <p:sp>
          <p:nvSpPr>
            <p:cNvPr id="79" name="Google Shape;79;p13"/>
            <p:cNvSpPr/>
            <p:nvPr/>
          </p:nvSpPr>
          <p:spPr>
            <a:xfrm>
              <a:off x="713200" y="1354900"/>
              <a:ext cx="7717500" cy="3253800"/>
            </a:xfrm>
            <a:prstGeom prst="roundRect">
              <a:avLst>
                <a:gd name="adj" fmla="val 5555"/>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 name="Google Shape;80;p13"/>
            <p:cNvCxnSpPr/>
            <p:nvPr/>
          </p:nvCxnSpPr>
          <p:spPr>
            <a:xfrm>
              <a:off x="726577" y="1832695"/>
              <a:ext cx="7702800" cy="0"/>
            </a:xfrm>
            <a:prstGeom prst="straightConnector1">
              <a:avLst/>
            </a:prstGeom>
            <a:noFill/>
            <a:ln w="19050" cap="flat" cmpd="sng">
              <a:solidFill>
                <a:schemeClr val="dk1"/>
              </a:solidFill>
              <a:prstDash val="solid"/>
              <a:round/>
              <a:headEnd type="none" w="med" len="med"/>
              <a:tailEnd type="none" w="med" len="med"/>
            </a:ln>
          </p:spPr>
        </p:cxnSp>
      </p:grpSp>
      <p:sp>
        <p:nvSpPr>
          <p:cNvPr id="81" name="Google Shape;81;p13"/>
          <p:cNvSpPr txBox="1">
            <a:spLocks noGrp="1"/>
          </p:cNvSpPr>
          <p:nvPr>
            <p:ph type="ctrTitle"/>
          </p:nvPr>
        </p:nvSpPr>
        <p:spPr>
          <a:xfrm>
            <a:off x="858950" y="2993814"/>
            <a:ext cx="1753800" cy="402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600"/>
              <a:buNone/>
              <a:defRPr sz="21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82" name="Google Shape;82;p13"/>
          <p:cNvSpPr txBox="1">
            <a:spLocks noGrp="1"/>
          </p:cNvSpPr>
          <p:nvPr>
            <p:ph type="subTitle" idx="1"/>
          </p:nvPr>
        </p:nvSpPr>
        <p:spPr>
          <a:xfrm>
            <a:off x="858950" y="3403050"/>
            <a:ext cx="1753800" cy="84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400"/>
              <a:buNone/>
              <a:defRPr sz="1300" b="0">
                <a:solidFill>
                  <a:schemeClr val="dk1"/>
                </a:solidFill>
              </a:defRPr>
            </a:lvl1pPr>
            <a:lvl2pPr lvl="1" algn="ctr" rtl="0">
              <a:lnSpc>
                <a:spcPct val="100000"/>
              </a:lnSpc>
              <a:spcBef>
                <a:spcPts val="0"/>
              </a:spcBef>
              <a:spcAft>
                <a:spcPts val="0"/>
              </a:spcAft>
              <a:buClr>
                <a:srgbClr val="000000"/>
              </a:buClr>
              <a:buSzPts val="1400"/>
              <a:buNone/>
              <a:defRPr>
                <a:solidFill>
                  <a:srgbClr val="000000"/>
                </a:solidFill>
              </a:defRPr>
            </a:lvl2pPr>
            <a:lvl3pPr lvl="2" algn="ctr" rtl="0">
              <a:lnSpc>
                <a:spcPct val="100000"/>
              </a:lnSpc>
              <a:spcBef>
                <a:spcPts val="0"/>
              </a:spcBef>
              <a:spcAft>
                <a:spcPts val="0"/>
              </a:spcAft>
              <a:buClr>
                <a:srgbClr val="000000"/>
              </a:buClr>
              <a:buSzPts val="1400"/>
              <a:buNone/>
              <a:defRPr>
                <a:solidFill>
                  <a:srgbClr val="000000"/>
                </a:solidFill>
              </a:defRPr>
            </a:lvl3pPr>
            <a:lvl4pPr lvl="3" algn="ctr" rtl="0">
              <a:lnSpc>
                <a:spcPct val="100000"/>
              </a:lnSpc>
              <a:spcBef>
                <a:spcPts val="0"/>
              </a:spcBef>
              <a:spcAft>
                <a:spcPts val="0"/>
              </a:spcAft>
              <a:buClr>
                <a:srgbClr val="000000"/>
              </a:buClr>
              <a:buSzPts val="1400"/>
              <a:buNone/>
              <a:defRPr>
                <a:solidFill>
                  <a:srgbClr val="000000"/>
                </a:solidFill>
              </a:defRPr>
            </a:lvl4pPr>
            <a:lvl5pPr lvl="4" algn="ctr" rtl="0">
              <a:lnSpc>
                <a:spcPct val="100000"/>
              </a:lnSpc>
              <a:spcBef>
                <a:spcPts val="0"/>
              </a:spcBef>
              <a:spcAft>
                <a:spcPts val="0"/>
              </a:spcAft>
              <a:buClr>
                <a:srgbClr val="000000"/>
              </a:buClr>
              <a:buSzPts val="1400"/>
              <a:buNone/>
              <a:defRPr>
                <a:solidFill>
                  <a:srgbClr val="000000"/>
                </a:solidFill>
              </a:defRPr>
            </a:lvl5pPr>
            <a:lvl6pPr lvl="5" algn="ctr" rtl="0">
              <a:lnSpc>
                <a:spcPct val="100000"/>
              </a:lnSpc>
              <a:spcBef>
                <a:spcPts val="0"/>
              </a:spcBef>
              <a:spcAft>
                <a:spcPts val="0"/>
              </a:spcAft>
              <a:buClr>
                <a:srgbClr val="000000"/>
              </a:buClr>
              <a:buSzPts val="1400"/>
              <a:buNone/>
              <a:defRPr>
                <a:solidFill>
                  <a:srgbClr val="000000"/>
                </a:solidFill>
              </a:defRPr>
            </a:lvl6pPr>
            <a:lvl7pPr lvl="6" algn="ctr" rtl="0">
              <a:lnSpc>
                <a:spcPct val="100000"/>
              </a:lnSpc>
              <a:spcBef>
                <a:spcPts val="0"/>
              </a:spcBef>
              <a:spcAft>
                <a:spcPts val="0"/>
              </a:spcAft>
              <a:buClr>
                <a:srgbClr val="000000"/>
              </a:buClr>
              <a:buSzPts val="1400"/>
              <a:buNone/>
              <a:defRPr>
                <a:solidFill>
                  <a:srgbClr val="000000"/>
                </a:solidFill>
              </a:defRPr>
            </a:lvl7pPr>
            <a:lvl8pPr lvl="7" algn="ctr" rtl="0">
              <a:lnSpc>
                <a:spcPct val="100000"/>
              </a:lnSpc>
              <a:spcBef>
                <a:spcPts val="0"/>
              </a:spcBef>
              <a:spcAft>
                <a:spcPts val="0"/>
              </a:spcAft>
              <a:buClr>
                <a:srgbClr val="000000"/>
              </a:buClr>
              <a:buSzPts val="1400"/>
              <a:buNone/>
              <a:defRPr>
                <a:solidFill>
                  <a:srgbClr val="000000"/>
                </a:solidFill>
              </a:defRPr>
            </a:lvl8pPr>
            <a:lvl9pPr lvl="8" algn="ctr" rtl="0">
              <a:lnSpc>
                <a:spcPct val="100000"/>
              </a:lnSpc>
              <a:spcBef>
                <a:spcPts val="0"/>
              </a:spcBef>
              <a:spcAft>
                <a:spcPts val="0"/>
              </a:spcAft>
              <a:buClr>
                <a:srgbClr val="000000"/>
              </a:buClr>
              <a:buSzPts val="1400"/>
              <a:buNone/>
              <a:defRPr>
                <a:solidFill>
                  <a:srgbClr val="000000"/>
                </a:solidFill>
              </a:defRPr>
            </a:lvl9pPr>
          </a:lstStyle>
          <a:p>
            <a:endParaRPr/>
          </a:p>
        </p:txBody>
      </p:sp>
      <p:sp>
        <p:nvSpPr>
          <p:cNvPr id="83" name="Google Shape;83;p13"/>
          <p:cNvSpPr txBox="1">
            <a:spLocks noGrp="1"/>
          </p:cNvSpPr>
          <p:nvPr>
            <p:ph type="title" idx="2" hasCustomPrompt="1"/>
          </p:nvPr>
        </p:nvSpPr>
        <p:spPr>
          <a:xfrm>
            <a:off x="858950" y="2126750"/>
            <a:ext cx="1753800" cy="7365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rgbClr val="000000"/>
              </a:buClr>
              <a:buSzPts val="6000"/>
              <a:buNone/>
              <a:defRPr sz="5500" b="0">
                <a:latin typeface="Merriweather"/>
                <a:ea typeface="Merriweather"/>
                <a:cs typeface="Merriweather"/>
                <a:sym typeface="Merriweather"/>
              </a:defRPr>
            </a:lvl1pPr>
            <a:lvl2pPr lvl="1"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84" name="Google Shape;84;p13"/>
          <p:cNvSpPr txBox="1">
            <a:spLocks noGrp="1"/>
          </p:cNvSpPr>
          <p:nvPr>
            <p:ph type="ctrTitle" idx="3"/>
          </p:nvPr>
        </p:nvSpPr>
        <p:spPr>
          <a:xfrm>
            <a:off x="2735758" y="2993814"/>
            <a:ext cx="1755600" cy="402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600"/>
              <a:buNone/>
              <a:defRPr sz="21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85" name="Google Shape;85;p13"/>
          <p:cNvSpPr txBox="1">
            <a:spLocks noGrp="1"/>
          </p:cNvSpPr>
          <p:nvPr>
            <p:ph type="title" idx="4" hasCustomPrompt="1"/>
          </p:nvPr>
        </p:nvSpPr>
        <p:spPr>
          <a:xfrm>
            <a:off x="4615267" y="2127372"/>
            <a:ext cx="1753800" cy="7353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rgbClr val="000000"/>
              </a:buClr>
              <a:buSzPts val="6000"/>
              <a:buNone/>
              <a:defRPr sz="5500" b="0">
                <a:latin typeface="Merriweather"/>
                <a:ea typeface="Merriweather"/>
                <a:cs typeface="Merriweather"/>
                <a:sym typeface="Merriweather"/>
              </a:defRPr>
            </a:lvl1pPr>
            <a:lvl2pPr lvl="1"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86" name="Google Shape;86;p13"/>
          <p:cNvSpPr txBox="1">
            <a:spLocks noGrp="1"/>
          </p:cNvSpPr>
          <p:nvPr>
            <p:ph type="ctrTitle" idx="5"/>
          </p:nvPr>
        </p:nvSpPr>
        <p:spPr>
          <a:xfrm>
            <a:off x="6492975" y="2993814"/>
            <a:ext cx="1755600" cy="402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600"/>
              <a:buNone/>
              <a:defRPr sz="21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87" name="Google Shape;87;p13"/>
          <p:cNvSpPr txBox="1">
            <a:spLocks noGrp="1"/>
          </p:cNvSpPr>
          <p:nvPr>
            <p:ph type="title" idx="6" hasCustomPrompt="1"/>
          </p:nvPr>
        </p:nvSpPr>
        <p:spPr>
          <a:xfrm>
            <a:off x="6493875" y="2127372"/>
            <a:ext cx="1753800" cy="7353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rgbClr val="000000"/>
              </a:buClr>
              <a:buSzPts val="6000"/>
              <a:buNone/>
              <a:defRPr sz="5500" b="0">
                <a:latin typeface="Merriweather"/>
                <a:ea typeface="Merriweather"/>
                <a:cs typeface="Merriweather"/>
                <a:sym typeface="Merriweather"/>
              </a:defRPr>
            </a:lvl1pPr>
            <a:lvl2pPr lvl="1"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88" name="Google Shape;88;p13"/>
          <p:cNvSpPr txBox="1">
            <a:spLocks noGrp="1"/>
          </p:cNvSpPr>
          <p:nvPr>
            <p:ph type="ctrTitle" idx="7"/>
          </p:nvPr>
        </p:nvSpPr>
        <p:spPr>
          <a:xfrm>
            <a:off x="4614367" y="2993814"/>
            <a:ext cx="1755600" cy="402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600"/>
              <a:buNone/>
              <a:defRPr sz="21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89" name="Google Shape;89;p13"/>
          <p:cNvSpPr txBox="1">
            <a:spLocks noGrp="1"/>
          </p:cNvSpPr>
          <p:nvPr>
            <p:ph type="title" idx="8" hasCustomPrompt="1"/>
          </p:nvPr>
        </p:nvSpPr>
        <p:spPr>
          <a:xfrm>
            <a:off x="2736658" y="2127372"/>
            <a:ext cx="1753800" cy="7353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rgbClr val="000000"/>
              </a:buClr>
              <a:buSzPts val="6000"/>
              <a:buNone/>
              <a:defRPr sz="5500" b="0">
                <a:latin typeface="Merriweather"/>
                <a:ea typeface="Merriweather"/>
                <a:cs typeface="Merriweather"/>
                <a:sym typeface="Merriweather"/>
              </a:defRPr>
            </a:lvl1pPr>
            <a:lvl2pPr lvl="1"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90" name="Google Shape;90;p13"/>
          <p:cNvSpPr txBox="1">
            <a:spLocks noGrp="1"/>
          </p:cNvSpPr>
          <p:nvPr>
            <p:ph type="subTitle" idx="9"/>
          </p:nvPr>
        </p:nvSpPr>
        <p:spPr>
          <a:xfrm>
            <a:off x="2736658" y="3403050"/>
            <a:ext cx="1753800" cy="84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400"/>
              <a:buNone/>
              <a:defRPr sz="1300" b="0">
                <a:solidFill>
                  <a:schemeClr val="dk1"/>
                </a:solidFill>
              </a:defRPr>
            </a:lvl1pPr>
            <a:lvl2pPr lvl="1" algn="ctr" rtl="0">
              <a:lnSpc>
                <a:spcPct val="100000"/>
              </a:lnSpc>
              <a:spcBef>
                <a:spcPts val="0"/>
              </a:spcBef>
              <a:spcAft>
                <a:spcPts val="0"/>
              </a:spcAft>
              <a:buClr>
                <a:srgbClr val="000000"/>
              </a:buClr>
              <a:buSzPts val="1400"/>
              <a:buNone/>
              <a:defRPr>
                <a:solidFill>
                  <a:srgbClr val="000000"/>
                </a:solidFill>
              </a:defRPr>
            </a:lvl2pPr>
            <a:lvl3pPr lvl="2" algn="ctr" rtl="0">
              <a:lnSpc>
                <a:spcPct val="100000"/>
              </a:lnSpc>
              <a:spcBef>
                <a:spcPts val="0"/>
              </a:spcBef>
              <a:spcAft>
                <a:spcPts val="0"/>
              </a:spcAft>
              <a:buClr>
                <a:srgbClr val="000000"/>
              </a:buClr>
              <a:buSzPts val="1400"/>
              <a:buNone/>
              <a:defRPr>
                <a:solidFill>
                  <a:srgbClr val="000000"/>
                </a:solidFill>
              </a:defRPr>
            </a:lvl3pPr>
            <a:lvl4pPr lvl="3" algn="ctr" rtl="0">
              <a:lnSpc>
                <a:spcPct val="100000"/>
              </a:lnSpc>
              <a:spcBef>
                <a:spcPts val="0"/>
              </a:spcBef>
              <a:spcAft>
                <a:spcPts val="0"/>
              </a:spcAft>
              <a:buClr>
                <a:srgbClr val="000000"/>
              </a:buClr>
              <a:buSzPts val="1400"/>
              <a:buNone/>
              <a:defRPr>
                <a:solidFill>
                  <a:srgbClr val="000000"/>
                </a:solidFill>
              </a:defRPr>
            </a:lvl4pPr>
            <a:lvl5pPr lvl="4" algn="ctr" rtl="0">
              <a:lnSpc>
                <a:spcPct val="100000"/>
              </a:lnSpc>
              <a:spcBef>
                <a:spcPts val="0"/>
              </a:spcBef>
              <a:spcAft>
                <a:spcPts val="0"/>
              </a:spcAft>
              <a:buClr>
                <a:srgbClr val="000000"/>
              </a:buClr>
              <a:buSzPts val="1400"/>
              <a:buNone/>
              <a:defRPr>
                <a:solidFill>
                  <a:srgbClr val="000000"/>
                </a:solidFill>
              </a:defRPr>
            </a:lvl5pPr>
            <a:lvl6pPr lvl="5" algn="ctr" rtl="0">
              <a:lnSpc>
                <a:spcPct val="100000"/>
              </a:lnSpc>
              <a:spcBef>
                <a:spcPts val="0"/>
              </a:spcBef>
              <a:spcAft>
                <a:spcPts val="0"/>
              </a:spcAft>
              <a:buClr>
                <a:srgbClr val="000000"/>
              </a:buClr>
              <a:buSzPts val="1400"/>
              <a:buNone/>
              <a:defRPr>
                <a:solidFill>
                  <a:srgbClr val="000000"/>
                </a:solidFill>
              </a:defRPr>
            </a:lvl6pPr>
            <a:lvl7pPr lvl="6" algn="ctr" rtl="0">
              <a:lnSpc>
                <a:spcPct val="100000"/>
              </a:lnSpc>
              <a:spcBef>
                <a:spcPts val="0"/>
              </a:spcBef>
              <a:spcAft>
                <a:spcPts val="0"/>
              </a:spcAft>
              <a:buClr>
                <a:srgbClr val="000000"/>
              </a:buClr>
              <a:buSzPts val="1400"/>
              <a:buNone/>
              <a:defRPr>
                <a:solidFill>
                  <a:srgbClr val="000000"/>
                </a:solidFill>
              </a:defRPr>
            </a:lvl7pPr>
            <a:lvl8pPr lvl="7" algn="ctr" rtl="0">
              <a:lnSpc>
                <a:spcPct val="100000"/>
              </a:lnSpc>
              <a:spcBef>
                <a:spcPts val="0"/>
              </a:spcBef>
              <a:spcAft>
                <a:spcPts val="0"/>
              </a:spcAft>
              <a:buClr>
                <a:srgbClr val="000000"/>
              </a:buClr>
              <a:buSzPts val="1400"/>
              <a:buNone/>
              <a:defRPr>
                <a:solidFill>
                  <a:srgbClr val="000000"/>
                </a:solidFill>
              </a:defRPr>
            </a:lvl8pPr>
            <a:lvl9pPr lvl="8" algn="ctr" rtl="0">
              <a:lnSpc>
                <a:spcPct val="100000"/>
              </a:lnSpc>
              <a:spcBef>
                <a:spcPts val="0"/>
              </a:spcBef>
              <a:spcAft>
                <a:spcPts val="0"/>
              </a:spcAft>
              <a:buClr>
                <a:srgbClr val="000000"/>
              </a:buClr>
              <a:buSzPts val="1400"/>
              <a:buNone/>
              <a:defRPr>
                <a:solidFill>
                  <a:srgbClr val="000000"/>
                </a:solidFill>
              </a:defRPr>
            </a:lvl9pPr>
          </a:lstStyle>
          <a:p>
            <a:endParaRPr/>
          </a:p>
        </p:txBody>
      </p:sp>
      <p:sp>
        <p:nvSpPr>
          <p:cNvPr id="91" name="Google Shape;91;p13"/>
          <p:cNvSpPr txBox="1">
            <a:spLocks noGrp="1"/>
          </p:cNvSpPr>
          <p:nvPr>
            <p:ph type="subTitle" idx="13"/>
          </p:nvPr>
        </p:nvSpPr>
        <p:spPr>
          <a:xfrm>
            <a:off x="4615267" y="3403050"/>
            <a:ext cx="1753800" cy="84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400"/>
              <a:buNone/>
              <a:defRPr sz="1300" b="0">
                <a:solidFill>
                  <a:schemeClr val="dk1"/>
                </a:solidFill>
              </a:defRPr>
            </a:lvl1pPr>
            <a:lvl2pPr lvl="1" algn="ctr" rtl="0">
              <a:lnSpc>
                <a:spcPct val="100000"/>
              </a:lnSpc>
              <a:spcBef>
                <a:spcPts val="0"/>
              </a:spcBef>
              <a:spcAft>
                <a:spcPts val="0"/>
              </a:spcAft>
              <a:buClr>
                <a:srgbClr val="000000"/>
              </a:buClr>
              <a:buSzPts val="1400"/>
              <a:buNone/>
              <a:defRPr>
                <a:solidFill>
                  <a:srgbClr val="000000"/>
                </a:solidFill>
              </a:defRPr>
            </a:lvl2pPr>
            <a:lvl3pPr lvl="2" algn="ctr" rtl="0">
              <a:lnSpc>
                <a:spcPct val="100000"/>
              </a:lnSpc>
              <a:spcBef>
                <a:spcPts val="0"/>
              </a:spcBef>
              <a:spcAft>
                <a:spcPts val="0"/>
              </a:spcAft>
              <a:buClr>
                <a:srgbClr val="000000"/>
              </a:buClr>
              <a:buSzPts val="1400"/>
              <a:buNone/>
              <a:defRPr>
                <a:solidFill>
                  <a:srgbClr val="000000"/>
                </a:solidFill>
              </a:defRPr>
            </a:lvl3pPr>
            <a:lvl4pPr lvl="3" algn="ctr" rtl="0">
              <a:lnSpc>
                <a:spcPct val="100000"/>
              </a:lnSpc>
              <a:spcBef>
                <a:spcPts val="0"/>
              </a:spcBef>
              <a:spcAft>
                <a:spcPts val="0"/>
              </a:spcAft>
              <a:buClr>
                <a:srgbClr val="000000"/>
              </a:buClr>
              <a:buSzPts val="1400"/>
              <a:buNone/>
              <a:defRPr>
                <a:solidFill>
                  <a:srgbClr val="000000"/>
                </a:solidFill>
              </a:defRPr>
            </a:lvl4pPr>
            <a:lvl5pPr lvl="4" algn="ctr" rtl="0">
              <a:lnSpc>
                <a:spcPct val="100000"/>
              </a:lnSpc>
              <a:spcBef>
                <a:spcPts val="0"/>
              </a:spcBef>
              <a:spcAft>
                <a:spcPts val="0"/>
              </a:spcAft>
              <a:buClr>
                <a:srgbClr val="000000"/>
              </a:buClr>
              <a:buSzPts val="1400"/>
              <a:buNone/>
              <a:defRPr>
                <a:solidFill>
                  <a:srgbClr val="000000"/>
                </a:solidFill>
              </a:defRPr>
            </a:lvl5pPr>
            <a:lvl6pPr lvl="5" algn="ctr" rtl="0">
              <a:lnSpc>
                <a:spcPct val="100000"/>
              </a:lnSpc>
              <a:spcBef>
                <a:spcPts val="0"/>
              </a:spcBef>
              <a:spcAft>
                <a:spcPts val="0"/>
              </a:spcAft>
              <a:buClr>
                <a:srgbClr val="000000"/>
              </a:buClr>
              <a:buSzPts val="1400"/>
              <a:buNone/>
              <a:defRPr>
                <a:solidFill>
                  <a:srgbClr val="000000"/>
                </a:solidFill>
              </a:defRPr>
            </a:lvl6pPr>
            <a:lvl7pPr lvl="6" algn="ctr" rtl="0">
              <a:lnSpc>
                <a:spcPct val="100000"/>
              </a:lnSpc>
              <a:spcBef>
                <a:spcPts val="0"/>
              </a:spcBef>
              <a:spcAft>
                <a:spcPts val="0"/>
              </a:spcAft>
              <a:buClr>
                <a:srgbClr val="000000"/>
              </a:buClr>
              <a:buSzPts val="1400"/>
              <a:buNone/>
              <a:defRPr>
                <a:solidFill>
                  <a:srgbClr val="000000"/>
                </a:solidFill>
              </a:defRPr>
            </a:lvl7pPr>
            <a:lvl8pPr lvl="7" algn="ctr" rtl="0">
              <a:lnSpc>
                <a:spcPct val="100000"/>
              </a:lnSpc>
              <a:spcBef>
                <a:spcPts val="0"/>
              </a:spcBef>
              <a:spcAft>
                <a:spcPts val="0"/>
              </a:spcAft>
              <a:buClr>
                <a:srgbClr val="000000"/>
              </a:buClr>
              <a:buSzPts val="1400"/>
              <a:buNone/>
              <a:defRPr>
                <a:solidFill>
                  <a:srgbClr val="000000"/>
                </a:solidFill>
              </a:defRPr>
            </a:lvl8pPr>
            <a:lvl9pPr lvl="8" algn="ctr" rtl="0">
              <a:lnSpc>
                <a:spcPct val="100000"/>
              </a:lnSpc>
              <a:spcBef>
                <a:spcPts val="0"/>
              </a:spcBef>
              <a:spcAft>
                <a:spcPts val="0"/>
              </a:spcAft>
              <a:buClr>
                <a:srgbClr val="000000"/>
              </a:buClr>
              <a:buSzPts val="1400"/>
              <a:buNone/>
              <a:defRPr>
                <a:solidFill>
                  <a:srgbClr val="000000"/>
                </a:solidFill>
              </a:defRPr>
            </a:lvl9pPr>
          </a:lstStyle>
          <a:p>
            <a:endParaRPr/>
          </a:p>
        </p:txBody>
      </p:sp>
      <p:sp>
        <p:nvSpPr>
          <p:cNvPr id="92" name="Google Shape;92;p13"/>
          <p:cNvSpPr txBox="1">
            <a:spLocks noGrp="1"/>
          </p:cNvSpPr>
          <p:nvPr>
            <p:ph type="subTitle" idx="14"/>
          </p:nvPr>
        </p:nvSpPr>
        <p:spPr>
          <a:xfrm>
            <a:off x="6493875" y="3403050"/>
            <a:ext cx="1753800" cy="84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400"/>
              <a:buNone/>
              <a:defRPr sz="1300" b="0">
                <a:solidFill>
                  <a:schemeClr val="dk1"/>
                </a:solidFill>
              </a:defRPr>
            </a:lvl1pPr>
            <a:lvl2pPr lvl="1" algn="ctr" rtl="0">
              <a:lnSpc>
                <a:spcPct val="100000"/>
              </a:lnSpc>
              <a:spcBef>
                <a:spcPts val="0"/>
              </a:spcBef>
              <a:spcAft>
                <a:spcPts val="0"/>
              </a:spcAft>
              <a:buClr>
                <a:srgbClr val="000000"/>
              </a:buClr>
              <a:buSzPts val="1400"/>
              <a:buNone/>
              <a:defRPr>
                <a:solidFill>
                  <a:srgbClr val="000000"/>
                </a:solidFill>
              </a:defRPr>
            </a:lvl2pPr>
            <a:lvl3pPr lvl="2" algn="ctr" rtl="0">
              <a:lnSpc>
                <a:spcPct val="100000"/>
              </a:lnSpc>
              <a:spcBef>
                <a:spcPts val="0"/>
              </a:spcBef>
              <a:spcAft>
                <a:spcPts val="0"/>
              </a:spcAft>
              <a:buClr>
                <a:srgbClr val="000000"/>
              </a:buClr>
              <a:buSzPts val="1400"/>
              <a:buNone/>
              <a:defRPr>
                <a:solidFill>
                  <a:srgbClr val="000000"/>
                </a:solidFill>
              </a:defRPr>
            </a:lvl3pPr>
            <a:lvl4pPr lvl="3" algn="ctr" rtl="0">
              <a:lnSpc>
                <a:spcPct val="100000"/>
              </a:lnSpc>
              <a:spcBef>
                <a:spcPts val="0"/>
              </a:spcBef>
              <a:spcAft>
                <a:spcPts val="0"/>
              </a:spcAft>
              <a:buClr>
                <a:srgbClr val="000000"/>
              </a:buClr>
              <a:buSzPts val="1400"/>
              <a:buNone/>
              <a:defRPr>
                <a:solidFill>
                  <a:srgbClr val="000000"/>
                </a:solidFill>
              </a:defRPr>
            </a:lvl4pPr>
            <a:lvl5pPr lvl="4" algn="ctr" rtl="0">
              <a:lnSpc>
                <a:spcPct val="100000"/>
              </a:lnSpc>
              <a:spcBef>
                <a:spcPts val="0"/>
              </a:spcBef>
              <a:spcAft>
                <a:spcPts val="0"/>
              </a:spcAft>
              <a:buClr>
                <a:srgbClr val="000000"/>
              </a:buClr>
              <a:buSzPts val="1400"/>
              <a:buNone/>
              <a:defRPr>
                <a:solidFill>
                  <a:srgbClr val="000000"/>
                </a:solidFill>
              </a:defRPr>
            </a:lvl5pPr>
            <a:lvl6pPr lvl="5" algn="ctr" rtl="0">
              <a:lnSpc>
                <a:spcPct val="100000"/>
              </a:lnSpc>
              <a:spcBef>
                <a:spcPts val="0"/>
              </a:spcBef>
              <a:spcAft>
                <a:spcPts val="0"/>
              </a:spcAft>
              <a:buClr>
                <a:srgbClr val="000000"/>
              </a:buClr>
              <a:buSzPts val="1400"/>
              <a:buNone/>
              <a:defRPr>
                <a:solidFill>
                  <a:srgbClr val="000000"/>
                </a:solidFill>
              </a:defRPr>
            </a:lvl6pPr>
            <a:lvl7pPr lvl="6" algn="ctr" rtl="0">
              <a:lnSpc>
                <a:spcPct val="100000"/>
              </a:lnSpc>
              <a:spcBef>
                <a:spcPts val="0"/>
              </a:spcBef>
              <a:spcAft>
                <a:spcPts val="0"/>
              </a:spcAft>
              <a:buClr>
                <a:srgbClr val="000000"/>
              </a:buClr>
              <a:buSzPts val="1400"/>
              <a:buNone/>
              <a:defRPr>
                <a:solidFill>
                  <a:srgbClr val="000000"/>
                </a:solidFill>
              </a:defRPr>
            </a:lvl7pPr>
            <a:lvl8pPr lvl="7" algn="ctr" rtl="0">
              <a:lnSpc>
                <a:spcPct val="100000"/>
              </a:lnSpc>
              <a:spcBef>
                <a:spcPts val="0"/>
              </a:spcBef>
              <a:spcAft>
                <a:spcPts val="0"/>
              </a:spcAft>
              <a:buClr>
                <a:srgbClr val="000000"/>
              </a:buClr>
              <a:buSzPts val="1400"/>
              <a:buNone/>
              <a:defRPr>
                <a:solidFill>
                  <a:srgbClr val="000000"/>
                </a:solidFill>
              </a:defRPr>
            </a:lvl8pPr>
            <a:lvl9pPr lvl="8" algn="ctr" rtl="0">
              <a:lnSpc>
                <a:spcPct val="100000"/>
              </a:lnSpc>
              <a:spcBef>
                <a:spcPts val="0"/>
              </a:spcBef>
              <a:spcAft>
                <a:spcPts val="0"/>
              </a:spcAft>
              <a:buClr>
                <a:srgbClr val="000000"/>
              </a:buClr>
              <a:buSzPts val="1400"/>
              <a:buNone/>
              <a:defRPr>
                <a:solidFill>
                  <a:srgbClr val="000000"/>
                </a:solidFill>
              </a:defRPr>
            </a:lvl9pPr>
          </a:lstStyle>
          <a:p>
            <a:endParaRPr/>
          </a:p>
        </p:txBody>
      </p:sp>
      <p:sp>
        <p:nvSpPr>
          <p:cNvPr id="93" name="Google Shape;93;p13"/>
          <p:cNvSpPr txBox="1">
            <a:spLocks noGrp="1"/>
          </p:cNvSpPr>
          <p:nvPr>
            <p:ph type="title" idx="15"/>
          </p:nvPr>
        </p:nvSpPr>
        <p:spPr>
          <a:xfrm>
            <a:off x="713225" y="788650"/>
            <a:ext cx="7717500" cy="570600"/>
          </a:xfrm>
          <a:prstGeom prst="rect">
            <a:avLst/>
          </a:prstGeom>
        </p:spPr>
        <p:txBody>
          <a:bodyPr spcFirstLastPara="1" wrap="square" lIns="91425" tIns="91425" rIns="91425" bIns="91425" anchor="ctr" anchorCtr="0">
            <a:noAutofit/>
          </a:bodyPr>
          <a:lstStyle>
            <a:lvl1pPr lvl="0" algn="ctr" rtl="0">
              <a:lnSpc>
                <a:spcPct val="70000"/>
              </a:lnSpc>
              <a:spcBef>
                <a:spcPts val="0"/>
              </a:spcBef>
              <a:spcAft>
                <a:spcPts val="0"/>
              </a:spcAft>
              <a:buClr>
                <a:schemeClr val="dk1"/>
              </a:buClr>
              <a:buSzPts val="2800"/>
              <a:buFont typeface="Playfair Display ExtraBold"/>
              <a:buNone/>
              <a:defRPr sz="3000" i="0">
                <a:solidFill>
                  <a:schemeClr val="dk1"/>
                </a:solidFill>
              </a:defRPr>
            </a:lvl1pPr>
            <a:lvl2pPr lvl="1"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2pPr>
            <a:lvl3pPr lvl="2"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3pPr>
            <a:lvl4pPr lvl="3"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4pPr>
            <a:lvl5pPr lvl="4"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5pPr>
            <a:lvl6pPr lvl="5"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6pPr>
            <a:lvl7pPr lvl="6"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7pPr>
            <a:lvl8pPr lvl="7"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8pPr>
            <a:lvl9pPr lvl="8"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94"/>
        <p:cNvGrpSpPr/>
        <p:nvPr/>
      </p:nvGrpSpPr>
      <p:grpSpPr>
        <a:xfrm>
          <a:off x="0" y="0"/>
          <a:ext cx="0" cy="0"/>
          <a:chOff x="0" y="0"/>
          <a:chExt cx="0" cy="0"/>
        </a:xfrm>
      </p:grpSpPr>
      <p:sp>
        <p:nvSpPr>
          <p:cNvPr id="95" name="Google Shape;95;p14"/>
          <p:cNvSpPr txBox="1">
            <a:spLocks noGrp="1"/>
          </p:cNvSpPr>
          <p:nvPr>
            <p:ph type="subTitle" idx="1"/>
          </p:nvPr>
        </p:nvSpPr>
        <p:spPr>
          <a:xfrm>
            <a:off x="1614575" y="1934250"/>
            <a:ext cx="6584100" cy="1221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600"/>
              <a:buFont typeface="Cormorant Garamond"/>
              <a:buNone/>
              <a:defRPr sz="2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6" name="Google Shape;96;p14"/>
          <p:cNvSpPr txBox="1">
            <a:spLocks noGrp="1"/>
          </p:cNvSpPr>
          <p:nvPr>
            <p:ph type="title"/>
          </p:nvPr>
        </p:nvSpPr>
        <p:spPr>
          <a:xfrm>
            <a:off x="4956100" y="3159013"/>
            <a:ext cx="3220800" cy="418500"/>
          </a:xfrm>
          <a:prstGeom prst="rect">
            <a:avLst/>
          </a:prstGeom>
        </p:spPr>
        <p:txBody>
          <a:bodyPr spcFirstLastPara="1" wrap="square" lIns="91425" tIns="91425" rIns="91425" bIns="91425" anchor="ctr" anchorCtr="0">
            <a:noAutofit/>
          </a:bodyPr>
          <a:lstStyle>
            <a:lvl1pPr lvl="0" algn="r" rtl="0">
              <a:lnSpc>
                <a:spcPct val="70000"/>
              </a:lnSpc>
              <a:spcBef>
                <a:spcPts val="0"/>
              </a:spcBef>
              <a:spcAft>
                <a:spcPts val="0"/>
              </a:spcAft>
              <a:buSzPts val="1300"/>
              <a:buFont typeface="Merriweather"/>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97" name="Google Shape;97;p14"/>
          <p:cNvCxnSpPr/>
          <p:nvPr/>
        </p:nvCxnSpPr>
        <p:spPr>
          <a:xfrm>
            <a:off x="511850" y="715825"/>
            <a:ext cx="8087700" cy="0"/>
          </a:xfrm>
          <a:prstGeom prst="straightConnector1">
            <a:avLst/>
          </a:prstGeom>
          <a:noFill/>
          <a:ln w="19050" cap="flat" cmpd="sng">
            <a:solidFill>
              <a:schemeClr val="dk1"/>
            </a:solidFill>
            <a:prstDash val="solid"/>
            <a:round/>
            <a:headEnd type="none" w="med" len="med"/>
            <a:tailEnd type="none" w="med" len="med"/>
          </a:ln>
        </p:spPr>
      </p:cxnSp>
      <p:cxnSp>
        <p:nvCxnSpPr>
          <p:cNvPr id="98" name="Google Shape;98;p14"/>
          <p:cNvCxnSpPr/>
          <p:nvPr/>
        </p:nvCxnSpPr>
        <p:spPr>
          <a:xfrm>
            <a:off x="511850" y="4427675"/>
            <a:ext cx="80877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2">
  <p:cSld name="CUSTOM_7_1_1_1_1_1_1">
    <p:spTree>
      <p:nvGrpSpPr>
        <p:cNvPr id="1" name="Shape 117"/>
        <p:cNvGrpSpPr/>
        <p:nvPr/>
      </p:nvGrpSpPr>
      <p:grpSpPr>
        <a:xfrm>
          <a:off x="0" y="0"/>
          <a:ext cx="0" cy="0"/>
          <a:chOff x="0" y="0"/>
          <a:chExt cx="0" cy="0"/>
        </a:xfrm>
      </p:grpSpPr>
      <p:sp>
        <p:nvSpPr>
          <p:cNvPr id="118" name="Google Shape;118;p18"/>
          <p:cNvSpPr/>
          <p:nvPr/>
        </p:nvSpPr>
        <p:spPr>
          <a:xfrm>
            <a:off x="181800" y="539500"/>
            <a:ext cx="8768700" cy="799200"/>
          </a:xfrm>
          <a:prstGeom prst="roundRect">
            <a:avLst>
              <a:gd name="adj" fmla="val 33352"/>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8"/>
          <p:cNvSpPr txBox="1">
            <a:spLocks noGrp="1"/>
          </p:cNvSpPr>
          <p:nvPr>
            <p:ph type="title"/>
          </p:nvPr>
        </p:nvSpPr>
        <p:spPr>
          <a:xfrm>
            <a:off x="713225" y="683075"/>
            <a:ext cx="7717500" cy="570600"/>
          </a:xfrm>
          <a:prstGeom prst="rect">
            <a:avLst/>
          </a:prstGeom>
        </p:spPr>
        <p:txBody>
          <a:bodyPr spcFirstLastPara="1" wrap="square" lIns="91425" tIns="91425" rIns="91425" bIns="91425" anchor="ctr" anchorCtr="0">
            <a:noAutofit/>
          </a:bodyPr>
          <a:lstStyle>
            <a:lvl1pPr lvl="0" algn="ctr" rtl="0">
              <a:lnSpc>
                <a:spcPct val="70000"/>
              </a:lnSpc>
              <a:spcBef>
                <a:spcPts val="0"/>
              </a:spcBef>
              <a:spcAft>
                <a:spcPts val="0"/>
              </a:spcAft>
              <a:buClr>
                <a:schemeClr val="dk1"/>
              </a:buClr>
              <a:buSzPts val="2800"/>
              <a:buFont typeface="Playfair Display ExtraBold"/>
              <a:buNone/>
              <a:defRPr sz="3000" i="0">
                <a:solidFill>
                  <a:schemeClr val="dk1"/>
                </a:solidFill>
              </a:defRPr>
            </a:lvl1pPr>
            <a:lvl2pPr lvl="1"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2pPr>
            <a:lvl3pPr lvl="2"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3pPr>
            <a:lvl4pPr lvl="3"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4pPr>
            <a:lvl5pPr lvl="4"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5pPr>
            <a:lvl6pPr lvl="5"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6pPr>
            <a:lvl7pPr lvl="6"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7pPr>
            <a:lvl8pPr lvl="7"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8pPr>
            <a:lvl9pPr lvl="8" rtl="0">
              <a:spcBef>
                <a:spcPts val="0"/>
              </a:spcBef>
              <a:spcAft>
                <a:spcPts val="0"/>
              </a:spcAft>
              <a:buClr>
                <a:srgbClr val="666666"/>
              </a:buClr>
              <a:buSzPts val="2800"/>
              <a:buFont typeface="Cormorant Garamond"/>
              <a:buNone/>
              <a:defRPr sz="2800" b="1" i="1">
                <a:solidFill>
                  <a:srgbClr val="666666"/>
                </a:solidFill>
                <a:latin typeface="Cormorant Garamond"/>
                <a:ea typeface="Cormorant Garamond"/>
                <a:cs typeface="Cormorant Garamond"/>
                <a:sym typeface="Cormorant Garamond"/>
              </a:defRPr>
            </a:lvl9pPr>
          </a:lstStyle>
          <a:p>
            <a:endParaRPr/>
          </a:p>
        </p:txBody>
      </p:sp>
      <p:cxnSp>
        <p:nvCxnSpPr>
          <p:cNvPr id="120" name="Google Shape;120;p18"/>
          <p:cNvCxnSpPr/>
          <p:nvPr/>
        </p:nvCxnSpPr>
        <p:spPr>
          <a:xfrm>
            <a:off x="194350" y="4608575"/>
            <a:ext cx="8768700" cy="0"/>
          </a:xfrm>
          <a:prstGeom prst="straightConnector1">
            <a:avLst/>
          </a:prstGeom>
          <a:noFill/>
          <a:ln w="19050" cap="flat" cmpd="sng">
            <a:solidFill>
              <a:srgbClr val="1B2119"/>
            </a:solidFill>
            <a:prstDash val="solid"/>
            <a:round/>
            <a:headEnd type="none" w="med" len="med"/>
            <a:tailEnd type="none" w="med" len="med"/>
          </a:ln>
        </p:spPr>
      </p:cxnSp>
      <p:cxnSp>
        <p:nvCxnSpPr>
          <p:cNvPr id="121" name="Google Shape;121;p18"/>
          <p:cNvCxnSpPr/>
          <p:nvPr/>
        </p:nvCxnSpPr>
        <p:spPr>
          <a:xfrm>
            <a:off x="194350" y="261700"/>
            <a:ext cx="8768700" cy="0"/>
          </a:xfrm>
          <a:prstGeom prst="straightConnector1">
            <a:avLst/>
          </a:prstGeom>
          <a:noFill/>
          <a:ln w="19050" cap="flat" cmpd="sng">
            <a:solidFill>
              <a:srgbClr val="1B2119"/>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10"/>
        <p:cNvGrpSpPr/>
        <p:nvPr/>
      </p:nvGrpSpPr>
      <p:grpSpPr>
        <a:xfrm>
          <a:off x="0" y="0"/>
          <a:ext cx="0" cy="0"/>
          <a:chOff x="0" y="0"/>
          <a:chExt cx="0" cy="0"/>
        </a:xfrm>
      </p:grpSpPr>
      <p:cxnSp>
        <p:nvCxnSpPr>
          <p:cNvPr id="211" name="Google Shape;211;p27"/>
          <p:cNvCxnSpPr/>
          <p:nvPr/>
        </p:nvCxnSpPr>
        <p:spPr>
          <a:xfrm>
            <a:off x="194350" y="4608575"/>
            <a:ext cx="8768700" cy="0"/>
          </a:xfrm>
          <a:prstGeom prst="straightConnector1">
            <a:avLst/>
          </a:prstGeom>
          <a:noFill/>
          <a:ln w="19050" cap="flat" cmpd="sng">
            <a:solidFill>
              <a:srgbClr val="1B2119"/>
            </a:solidFill>
            <a:prstDash val="solid"/>
            <a:round/>
            <a:headEnd type="none" w="med" len="med"/>
            <a:tailEnd type="none" w="med" len="med"/>
          </a:ln>
        </p:spPr>
      </p:cxnSp>
      <p:cxnSp>
        <p:nvCxnSpPr>
          <p:cNvPr id="212" name="Google Shape;212;p27"/>
          <p:cNvCxnSpPr/>
          <p:nvPr/>
        </p:nvCxnSpPr>
        <p:spPr>
          <a:xfrm>
            <a:off x="194350" y="261700"/>
            <a:ext cx="8768700" cy="0"/>
          </a:xfrm>
          <a:prstGeom prst="straightConnector1">
            <a:avLst/>
          </a:prstGeom>
          <a:noFill/>
          <a:ln w="19050" cap="flat" cmpd="sng">
            <a:solidFill>
              <a:srgbClr val="1B2119"/>
            </a:solidFill>
            <a:prstDash val="solid"/>
            <a:round/>
            <a:headEnd type="none" w="med" len="med"/>
            <a:tailEnd type="none" w="med" len="med"/>
          </a:ln>
        </p:spPr>
      </p:cxnSp>
      <p:sp>
        <p:nvSpPr>
          <p:cNvPr id="213" name="Google Shape;213;p27"/>
          <p:cNvSpPr/>
          <p:nvPr/>
        </p:nvSpPr>
        <p:spPr>
          <a:xfrm>
            <a:off x="713250" y="944850"/>
            <a:ext cx="7717500" cy="3253800"/>
          </a:xfrm>
          <a:prstGeom prst="roundRect">
            <a:avLst>
              <a:gd name="adj" fmla="val 5555"/>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4" name="Google Shape;214;p27"/>
          <p:cNvCxnSpPr/>
          <p:nvPr/>
        </p:nvCxnSpPr>
        <p:spPr>
          <a:xfrm>
            <a:off x="726627" y="1422645"/>
            <a:ext cx="7702800" cy="0"/>
          </a:xfrm>
          <a:prstGeom prst="straightConnector1">
            <a:avLst/>
          </a:prstGeom>
          <a:noFill/>
          <a:ln w="19050" cap="flat" cmpd="sng">
            <a:solidFill>
              <a:schemeClr val="dk1"/>
            </a:solidFill>
            <a:prstDash val="solid"/>
            <a:round/>
            <a:headEnd type="none" w="med" len="med"/>
            <a:tailEnd type="none" w="med" len="med"/>
          </a:ln>
        </p:spPr>
      </p:cxnSp>
      <p:grpSp>
        <p:nvGrpSpPr>
          <p:cNvPr id="215" name="Google Shape;215;p27"/>
          <p:cNvGrpSpPr/>
          <p:nvPr/>
        </p:nvGrpSpPr>
        <p:grpSpPr>
          <a:xfrm>
            <a:off x="7991250" y="1024650"/>
            <a:ext cx="327600" cy="327600"/>
            <a:chOff x="9379775" y="1529850"/>
            <a:chExt cx="327600" cy="327600"/>
          </a:xfrm>
        </p:grpSpPr>
        <p:sp>
          <p:nvSpPr>
            <p:cNvPr id="216" name="Google Shape;216;p27"/>
            <p:cNvSpPr/>
            <p:nvPr/>
          </p:nvSpPr>
          <p:spPr>
            <a:xfrm>
              <a:off x="9379775" y="1529850"/>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7"/>
            <p:cNvSpPr/>
            <p:nvPr/>
          </p:nvSpPr>
          <p:spPr>
            <a:xfrm>
              <a:off x="9452138" y="1602213"/>
              <a:ext cx="182870" cy="182867"/>
            </a:xfrm>
            <a:custGeom>
              <a:avLst/>
              <a:gdLst/>
              <a:ahLst/>
              <a:cxnLst/>
              <a:rect l="l" t="t" r="r" b="b"/>
              <a:pathLst>
                <a:path w="10304" h="10285" extrusionOk="0">
                  <a:moveTo>
                    <a:pt x="574" y="0"/>
                  </a:moveTo>
                  <a:lnTo>
                    <a:pt x="0" y="555"/>
                  </a:lnTo>
                  <a:lnTo>
                    <a:pt x="4569" y="5124"/>
                  </a:lnTo>
                  <a:lnTo>
                    <a:pt x="0" y="9730"/>
                  </a:lnTo>
                  <a:lnTo>
                    <a:pt x="574" y="10285"/>
                  </a:lnTo>
                  <a:lnTo>
                    <a:pt x="5161" y="5697"/>
                  </a:lnTo>
                  <a:lnTo>
                    <a:pt x="9730" y="10285"/>
                  </a:lnTo>
                  <a:lnTo>
                    <a:pt x="10303" y="9730"/>
                  </a:lnTo>
                  <a:lnTo>
                    <a:pt x="5735" y="5124"/>
                  </a:lnTo>
                  <a:lnTo>
                    <a:pt x="10303" y="555"/>
                  </a:lnTo>
                  <a:lnTo>
                    <a:pt x="9730" y="0"/>
                  </a:lnTo>
                  <a:lnTo>
                    <a:pt x="5161" y="4569"/>
                  </a:lnTo>
                  <a:lnTo>
                    <a:pt x="5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grpSp>
        <p:nvGrpSpPr>
          <p:cNvPr id="218" name="Google Shape;218;p27"/>
          <p:cNvGrpSpPr/>
          <p:nvPr/>
        </p:nvGrpSpPr>
        <p:grpSpPr>
          <a:xfrm>
            <a:off x="824984" y="1024650"/>
            <a:ext cx="327600" cy="327600"/>
            <a:chOff x="5471550" y="4685975"/>
            <a:chExt cx="327600" cy="327600"/>
          </a:xfrm>
        </p:grpSpPr>
        <p:sp>
          <p:nvSpPr>
            <p:cNvPr id="219" name="Google Shape;219;p27"/>
            <p:cNvSpPr/>
            <p:nvPr/>
          </p:nvSpPr>
          <p:spPr>
            <a:xfrm>
              <a:off x="5471550" y="4685975"/>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7"/>
            <p:cNvSpPr/>
            <p:nvPr/>
          </p:nvSpPr>
          <p:spPr>
            <a:xfrm>
              <a:off x="5528675" y="4758329"/>
              <a:ext cx="213351" cy="182891"/>
            </a:xfrm>
            <a:custGeom>
              <a:avLst/>
              <a:gdLst/>
              <a:ahLst/>
              <a:cxnLst/>
              <a:rect l="l" t="t" r="r" b="b"/>
              <a:pathLst>
                <a:path w="10323" h="8861" extrusionOk="0">
                  <a:moveTo>
                    <a:pt x="4440" y="1"/>
                  </a:moveTo>
                  <a:lnTo>
                    <a:pt x="1" y="4421"/>
                  </a:lnTo>
                  <a:lnTo>
                    <a:pt x="4440" y="8861"/>
                  </a:lnTo>
                  <a:lnTo>
                    <a:pt x="4995" y="8287"/>
                  </a:lnTo>
                  <a:lnTo>
                    <a:pt x="1555" y="4828"/>
                  </a:lnTo>
                  <a:lnTo>
                    <a:pt x="10323" y="4828"/>
                  </a:lnTo>
                  <a:lnTo>
                    <a:pt x="10323" y="4033"/>
                  </a:lnTo>
                  <a:lnTo>
                    <a:pt x="1555" y="4033"/>
                  </a:lnTo>
                  <a:lnTo>
                    <a:pt x="4995" y="556"/>
                  </a:lnTo>
                  <a:lnTo>
                    <a:pt x="44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21"/>
        <p:cNvGrpSpPr/>
        <p:nvPr/>
      </p:nvGrpSpPr>
      <p:grpSpPr>
        <a:xfrm>
          <a:off x="0" y="0"/>
          <a:ext cx="0" cy="0"/>
          <a:chOff x="0" y="0"/>
          <a:chExt cx="0" cy="0"/>
        </a:xfrm>
      </p:grpSpPr>
      <p:sp>
        <p:nvSpPr>
          <p:cNvPr id="222" name="Google Shape;222;p28"/>
          <p:cNvSpPr/>
          <p:nvPr/>
        </p:nvSpPr>
        <p:spPr>
          <a:xfrm>
            <a:off x="181800" y="172650"/>
            <a:ext cx="8780400" cy="4798200"/>
          </a:xfrm>
          <a:prstGeom prst="roundRect">
            <a:avLst>
              <a:gd name="adj" fmla="val 5555"/>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8"/>
          <p:cNvSpPr/>
          <p:nvPr/>
        </p:nvSpPr>
        <p:spPr>
          <a:xfrm>
            <a:off x="713200" y="851950"/>
            <a:ext cx="7717500" cy="3756900"/>
          </a:xfrm>
          <a:prstGeom prst="roundRect">
            <a:avLst>
              <a:gd name="adj" fmla="val 5555"/>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4" name="Google Shape;224;p28"/>
          <p:cNvCxnSpPr/>
          <p:nvPr/>
        </p:nvCxnSpPr>
        <p:spPr>
          <a:xfrm>
            <a:off x="726577" y="1227170"/>
            <a:ext cx="7702800" cy="0"/>
          </a:xfrm>
          <a:prstGeom prst="straightConnector1">
            <a:avLst/>
          </a:prstGeom>
          <a:noFill/>
          <a:ln w="19050" cap="flat" cmpd="sng">
            <a:solidFill>
              <a:schemeClr val="dk1"/>
            </a:solidFill>
            <a:prstDash val="solid"/>
            <a:round/>
            <a:headEnd type="none" w="med" len="med"/>
            <a:tailEnd type="none" w="med" len="med"/>
          </a:ln>
        </p:spPr>
      </p:cxnSp>
      <p:cxnSp>
        <p:nvCxnSpPr>
          <p:cNvPr id="225" name="Google Shape;225;p28"/>
          <p:cNvCxnSpPr/>
          <p:nvPr/>
        </p:nvCxnSpPr>
        <p:spPr>
          <a:xfrm>
            <a:off x="194350" y="683100"/>
            <a:ext cx="8768700" cy="0"/>
          </a:xfrm>
          <a:prstGeom prst="straightConnector1">
            <a:avLst/>
          </a:prstGeom>
          <a:noFill/>
          <a:ln w="19050" cap="flat" cmpd="sng">
            <a:solidFill>
              <a:schemeClr val="dk1"/>
            </a:solidFill>
            <a:prstDash val="solid"/>
            <a:round/>
            <a:headEnd type="none" w="med" len="med"/>
            <a:tailEnd type="none" w="med" len="med"/>
          </a:ln>
        </p:spPr>
      </p:cxnSp>
      <p:grpSp>
        <p:nvGrpSpPr>
          <p:cNvPr id="226" name="Google Shape;226;p28"/>
          <p:cNvGrpSpPr/>
          <p:nvPr/>
        </p:nvGrpSpPr>
        <p:grpSpPr>
          <a:xfrm>
            <a:off x="8422125" y="298550"/>
            <a:ext cx="327600" cy="327600"/>
            <a:chOff x="9379775" y="1529850"/>
            <a:chExt cx="327600" cy="327600"/>
          </a:xfrm>
        </p:grpSpPr>
        <p:sp>
          <p:nvSpPr>
            <p:cNvPr id="227" name="Google Shape;227;p28"/>
            <p:cNvSpPr/>
            <p:nvPr/>
          </p:nvSpPr>
          <p:spPr>
            <a:xfrm>
              <a:off x="9379775" y="1529850"/>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8"/>
            <p:cNvSpPr/>
            <p:nvPr/>
          </p:nvSpPr>
          <p:spPr>
            <a:xfrm>
              <a:off x="9452138" y="1602213"/>
              <a:ext cx="182870" cy="182867"/>
            </a:xfrm>
            <a:custGeom>
              <a:avLst/>
              <a:gdLst/>
              <a:ahLst/>
              <a:cxnLst/>
              <a:rect l="l" t="t" r="r" b="b"/>
              <a:pathLst>
                <a:path w="10304" h="10285" extrusionOk="0">
                  <a:moveTo>
                    <a:pt x="574" y="0"/>
                  </a:moveTo>
                  <a:lnTo>
                    <a:pt x="0" y="555"/>
                  </a:lnTo>
                  <a:lnTo>
                    <a:pt x="4569" y="5124"/>
                  </a:lnTo>
                  <a:lnTo>
                    <a:pt x="0" y="9730"/>
                  </a:lnTo>
                  <a:lnTo>
                    <a:pt x="574" y="10285"/>
                  </a:lnTo>
                  <a:lnTo>
                    <a:pt x="5161" y="5697"/>
                  </a:lnTo>
                  <a:lnTo>
                    <a:pt x="9730" y="10285"/>
                  </a:lnTo>
                  <a:lnTo>
                    <a:pt x="10303" y="9730"/>
                  </a:lnTo>
                  <a:lnTo>
                    <a:pt x="5735" y="5124"/>
                  </a:lnTo>
                  <a:lnTo>
                    <a:pt x="10303" y="555"/>
                  </a:lnTo>
                  <a:lnTo>
                    <a:pt x="9730" y="0"/>
                  </a:lnTo>
                  <a:lnTo>
                    <a:pt x="5161" y="4569"/>
                  </a:lnTo>
                  <a:lnTo>
                    <a:pt x="57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grpSp>
        <p:nvGrpSpPr>
          <p:cNvPr id="229" name="Google Shape;229;p28"/>
          <p:cNvGrpSpPr/>
          <p:nvPr/>
        </p:nvGrpSpPr>
        <p:grpSpPr>
          <a:xfrm>
            <a:off x="394125" y="298550"/>
            <a:ext cx="327600" cy="327600"/>
            <a:chOff x="5471550" y="4685975"/>
            <a:chExt cx="327600" cy="327600"/>
          </a:xfrm>
        </p:grpSpPr>
        <p:sp>
          <p:nvSpPr>
            <p:cNvPr id="230" name="Google Shape;230;p28"/>
            <p:cNvSpPr/>
            <p:nvPr/>
          </p:nvSpPr>
          <p:spPr>
            <a:xfrm>
              <a:off x="5471550" y="4685975"/>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8"/>
            <p:cNvSpPr/>
            <p:nvPr/>
          </p:nvSpPr>
          <p:spPr>
            <a:xfrm>
              <a:off x="5528675" y="4758329"/>
              <a:ext cx="213351" cy="182891"/>
            </a:xfrm>
            <a:custGeom>
              <a:avLst/>
              <a:gdLst/>
              <a:ahLst/>
              <a:cxnLst/>
              <a:rect l="l" t="t" r="r" b="b"/>
              <a:pathLst>
                <a:path w="10323" h="8861" extrusionOk="0">
                  <a:moveTo>
                    <a:pt x="4440" y="1"/>
                  </a:moveTo>
                  <a:lnTo>
                    <a:pt x="1" y="4421"/>
                  </a:lnTo>
                  <a:lnTo>
                    <a:pt x="4440" y="8861"/>
                  </a:lnTo>
                  <a:lnTo>
                    <a:pt x="4995" y="8287"/>
                  </a:lnTo>
                  <a:lnTo>
                    <a:pt x="1555" y="4828"/>
                  </a:lnTo>
                  <a:lnTo>
                    <a:pt x="10323" y="4828"/>
                  </a:lnTo>
                  <a:lnTo>
                    <a:pt x="10323" y="4033"/>
                  </a:lnTo>
                  <a:lnTo>
                    <a:pt x="1555" y="4033"/>
                  </a:lnTo>
                  <a:lnTo>
                    <a:pt x="4995" y="556"/>
                  </a:lnTo>
                  <a:lnTo>
                    <a:pt x="444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 name="Google Shape;232;p28"/>
          <p:cNvSpPr/>
          <p:nvPr/>
        </p:nvSpPr>
        <p:spPr>
          <a:xfrm>
            <a:off x="7990963" y="964938"/>
            <a:ext cx="257600" cy="133225"/>
          </a:xfrm>
          <a:custGeom>
            <a:avLst/>
            <a:gdLst/>
            <a:ahLst/>
            <a:cxnLst/>
            <a:rect l="l" t="t" r="r" b="b"/>
            <a:pathLst>
              <a:path w="10304" h="5329" extrusionOk="0">
                <a:moveTo>
                  <a:pt x="5549" y="815"/>
                </a:moveTo>
                <a:lnTo>
                  <a:pt x="4958" y="1388"/>
                </a:lnTo>
                <a:cubicBezTo>
                  <a:pt x="4847" y="1185"/>
                  <a:pt x="4717" y="981"/>
                  <a:pt x="4551" y="815"/>
                </a:cubicBezTo>
                <a:close/>
                <a:moveTo>
                  <a:pt x="7806" y="815"/>
                </a:moveTo>
                <a:lnTo>
                  <a:pt x="5180" y="3441"/>
                </a:lnTo>
                <a:cubicBezTo>
                  <a:pt x="5235" y="3182"/>
                  <a:pt x="5291" y="2942"/>
                  <a:pt x="5291" y="2665"/>
                </a:cubicBezTo>
                <a:cubicBezTo>
                  <a:pt x="5309" y="2517"/>
                  <a:pt x="5291" y="2369"/>
                  <a:pt x="5272" y="2221"/>
                </a:cubicBezTo>
                <a:lnTo>
                  <a:pt x="6678" y="815"/>
                </a:lnTo>
                <a:close/>
                <a:moveTo>
                  <a:pt x="2645" y="815"/>
                </a:moveTo>
                <a:cubicBezTo>
                  <a:pt x="3663" y="815"/>
                  <a:pt x="4495" y="1647"/>
                  <a:pt x="4495" y="2665"/>
                </a:cubicBezTo>
                <a:cubicBezTo>
                  <a:pt x="4495" y="3682"/>
                  <a:pt x="3663" y="4514"/>
                  <a:pt x="2645" y="4514"/>
                </a:cubicBezTo>
                <a:cubicBezTo>
                  <a:pt x="1628" y="4514"/>
                  <a:pt x="796" y="3682"/>
                  <a:pt x="796" y="2665"/>
                </a:cubicBezTo>
                <a:cubicBezTo>
                  <a:pt x="796" y="1647"/>
                  <a:pt x="1628" y="815"/>
                  <a:pt x="2645" y="815"/>
                </a:cubicBezTo>
                <a:close/>
                <a:moveTo>
                  <a:pt x="8657" y="1111"/>
                </a:moveTo>
                <a:cubicBezTo>
                  <a:pt x="8898" y="1277"/>
                  <a:pt x="9083" y="1462"/>
                  <a:pt x="9249" y="1703"/>
                </a:cubicBezTo>
                <a:lnTo>
                  <a:pt x="6437" y="4514"/>
                </a:lnTo>
                <a:lnTo>
                  <a:pt x="5272" y="4514"/>
                </a:lnTo>
                <a:lnTo>
                  <a:pt x="8657" y="1111"/>
                </a:lnTo>
                <a:close/>
                <a:moveTo>
                  <a:pt x="9489" y="2572"/>
                </a:moveTo>
                <a:lnTo>
                  <a:pt x="9489" y="2665"/>
                </a:lnTo>
                <a:cubicBezTo>
                  <a:pt x="9489" y="3682"/>
                  <a:pt x="8657" y="4514"/>
                  <a:pt x="7640" y="4514"/>
                </a:cubicBezTo>
                <a:lnTo>
                  <a:pt x="7547" y="4514"/>
                </a:lnTo>
                <a:lnTo>
                  <a:pt x="9489" y="2572"/>
                </a:lnTo>
                <a:close/>
                <a:moveTo>
                  <a:pt x="2645" y="1"/>
                </a:moveTo>
                <a:cubicBezTo>
                  <a:pt x="1184" y="1"/>
                  <a:pt x="0" y="1203"/>
                  <a:pt x="0" y="2665"/>
                </a:cubicBezTo>
                <a:cubicBezTo>
                  <a:pt x="0" y="4107"/>
                  <a:pt x="1184" y="5328"/>
                  <a:pt x="2645" y="5328"/>
                </a:cubicBezTo>
                <a:lnTo>
                  <a:pt x="7640" y="5328"/>
                </a:lnTo>
                <a:cubicBezTo>
                  <a:pt x="9101" y="5328"/>
                  <a:pt x="10303" y="4107"/>
                  <a:pt x="10303" y="2665"/>
                </a:cubicBezTo>
                <a:cubicBezTo>
                  <a:pt x="10303" y="1203"/>
                  <a:pt x="9101" y="1"/>
                  <a:pt x="76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713225" y="1152475"/>
            <a:ext cx="7717500" cy="34560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1pPr>
            <a:lvl2pPr marL="914400" lvl="1" indent="-317500" rtl="0">
              <a:lnSpc>
                <a:spcPct val="115000"/>
              </a:lnSpc>
              <a:spcBef>
                <a:spcPts val="160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2pPr>
            <a:lvl3pPr marL="1371600" lvl="2" indent="-317500" rtl="0">
              <a:lnSpc>
                <a:spcPct val="115000"/>
              </a:lnSpc>
              <a:spcBef>
                <a:spcPts val="160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3pPr>
            <a:lvl4pPr marL="1828800" lvl="3" indent="-317500" rtl="0">
              <a:lnSpc>
                <a:spcPct val="115000"/>
              </a:lnSpc>
              <a:spcBef>
                <a:spcPts val="160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4pPr>
            <a:lvl5pPr marL="2286000" lvl="4" indent="-317500" rtl="0">
              <a:lnSpc>
                <a:spcPct val="115000"/>
              </a:lnSpc>
              <a:spcBef>
                <a:spcPts val="160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5pPr>
            <a:lvl6pPr marL="2743200" lvl="5" indent="-317500" rtl="0">
              <a:lnSpc>
                <a:spcPct val="115000"/>
              </a:lnSpc>
              <a:spcBef>
                <a:spcPts val="160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6pPr>
            <a:lvl7pPr marL="3200400" lvl="6" indent="-317500" rtl="0">
              <a:lnSpc>
                <a:spcPct val="115000"/>
              </a:lnSpc>
              <a:spcBef>
                <a:spcPts val="160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7pPr>
            <a:lvl8pPr marL="3657600" lvl="7" indent="-317500" rtl="0">
              <a:lnSpc>
                <a:spcPct val="115000"/>
              </a:lnSpc>
              <a:spcBef>
                <a:spcPts val="1600"/>
              </a:spcBef>
              <a:spcAft>
                <a:spcPts val="0"/>
              </a:spcAft>
              <a:buClr>
                <a:schemeClr val="dk1"/>
              </a:buClr>
              <a:buSzPts val="1400"/>
              <a:buFont typeface="Merriweather"/>
              <a:buChar char="○"/>
              <a:defRPr>
                <a:solidFill>
                  <a:schemeClr val="dk1"/>
                </a:solidFill>
                <a:latin typeface="Merriweather"/>
                <a:ea typeface="Merriweather"/>
                <a:cs typeface="Merriweather"/>
                <a:sym typeface="Merriweather"/>
              </a:defRPr>
            </a:lvl8pPr>
            <a:lvl9pPr marL="4114800" lvl="8" indent="-317500" rtl="0">
              <a:lnSpc>
                <a:spcPct val="115000"/>
              </a:lnSpc>
              <a:spcBef>
                <a:spcPts val="1600"/>
              </a:spcBef>
              <a:spcAft>
                <a:spcPts val="1600"/>
              </a:spcAft>
              <a:buClr>
                <a:schemeClr val="dk1"/>
              </a:buClr>
              <a:buSzPts val="1400"/>
              <a:buFont typeface="Merriweather"/>
              <a:buChar char="■"/>
              <a:defRPr>
                <a:solidFill>
                  <a:schemeClr val="dk1"/>
                </a:solidFill>
                <a:latin typeface="Merriweather"/>
                <a:ea typeface="Merriweather"/>
                <a:cs typeface="Merriweather"/>
                <a:sym typeface="Merriweather"/>
              </a:defRPr>
            </a:lvl9pPr>
          </a:lstStyle>
          <a:p>
            <a:endParaRPr/>
          </a:p>
        </p:txBody>
      </p:sp>
      <p:sp>
        <p:nvSpPr>
          <p:cNvPr id="7" name="Google Shape;7;p1"/>
          <p:cNvSpPr txBox="1">
            <a:spLocks noGrp="1"/>
          </p:cNvSpPr>
          <p:nvPr>
            <p:ph type="title"/>
          </p:nvPr>
        </p:nvSpPr>
        <p:spPr>
          <a:xfrm>
            <a:off x="713225" y="539500"/>
            <a:ext cx="7717500" cy="714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800"/>
              <a:buFont typeface="Cormorant Garamond"/>
              <a:buNone/>
              <a:defRPr sz="2800" b="1">
                <a:solidFill>
                  <a:schemeClr val="dk1"/>
                </a:solidFill>
                <a:latin typeface="Cormorant Garamond"/>
                <a:ea typeface="Cormorant Garamond"/>
                <a:cs typeface="Cormorant Garamond"/>
                <a:sym typeface="Cormorant Garamond"/>
              </a:defRPr>
            </a:lvl1pPr>
            <a:lvl2pPr lvl="1" rtl="0">
              <a:spcBef>
                <a:spcPts val="0"/>
              </a:spcBef>
              <a:spcAft>
                <a:spcPts val="0"/>
              </a:spcAft>
              <a:buClr>
                <a:schemeClr val="dk1"/>
              </a:buClr>
              <a:buSzPts val="2800"/>
              <a:buFont typeface="Cormorant Garamond"/>
              <a:buNone/>
              <a:defRPr sz="2800" b="1" i="1">
                <a:solidFill>
                  <a:schemeClr val="dk1"/>
                </a:solidFill>
                <a:latin typeface="Cormorant Garamond"/>
                <a:ea typeface="Cormorant Garamond"/>
                <a:cs typeface="Cormorant Garamond"/>
                <a:sym typeface="Cormorant Garamond"/>
              </a:defRPr>
            </a:lvl2pPr>
            <a:lvl3pPr lvl="2" rtl="0">
              <a:spcBef>
                <a:spcPts val="0"/>
              </a:spcBef>
              <a:spcAft>
                <a:spcPts val="0"/>
              </a:spcAft>
              <a:buClr>
                <a:schemeClr val="dk1"/>
              </a:buClr>
              <a:buSzPts val="2800"/>
              <a:buFont typeface="Cormorant Garamond"/>
              <a:buNone/>
              <a:defRPr sz="2800" b="1" i="1">
                <a:solidFill>
                  <a:schemeClr val="dk1"/>
                </a:solidFill>
                <a:latin typeface="Cormorant Garamond"/>
                <a:ea typeface="Cormorant Garamond"/>
                <a:cs typeface="Cormorant Garamond"/>
                <a:sym typeface="Cormorant Garamond"/>
              </a:defRPr>
            </a:lvl3pPr>
            <a:lvl4pPr lvl="3" rtl="0">
              <a:spcBef>
                <a:spcPts val="0"/>
              </a:spcBef>
              <a:spcAft>
                <a:spcPts val="0"/>
              </a:spcAft>
              <a:buClr>
                <a:schemeClr val="dk1"/>
              </a:buClr>
              <a:buSzPts val="2800"/>
              <a:buFont typeface="Cormorant Garamond"/>
              <a:buNone/>
              <a:defRPr sz="2800" b="1" i="1">
                <a:solidFill>
                  <a:schemeClr val="dk1"/>
                </a:solidFill>
                <a:latin typeface="Cormorant Garamond"/>
                <a:ea typeface="Cormorant Garamond"/>
                <a:cs typeface="Cormorant Garamond"/>
                <a:sym typeface="Cormorant Garamond"/>
              </a:defRPr>
            </a:lvl4pPr>
            <a:lvl5pPr lvl="4" rtl="0">
              <a:spcBef>
                <a:spcPts val="0"/>
              </a:spcBef>
              <a:spcAft>
                <a:spcPts val="0"/>
              </a:spcAft>
              <a:buClr>
                <a:schemeClr val="dk1"/>
              </a:buClr>
              <a:buSzPts val="2800"/>
              <a:buFont typeface="Cormorant Garamond"/>
              <a:buNone/>
              <a:defRPr sz="2800" b="1" i="1">
                <a:solidFill>
                  <a:schemeClr val="dk1"/>
                </a:solidFill>
                <a:latin typeface="Cormorant Garamond"/>
                <a:ea typeface="Cormorant Garamond"/>
                <a:cs typeface="Cormorant Garamond"/>
                <a:sym typeface="Cormorant Garamond"/>
              </a:defRPr>
            </a:lvl5pPr>
            <a:lvl6pPr lvl="5" rtl="0">
              <a:spcBef>
                <a:spcPts val="0"/>
              </a:spcBef>
              <a:spcAft>
                <a:spcPts val="0"/>
              </a:spcAft>
              <a:buClr>
                <a:schemeClr val="dk1"/>
              </a:buClr>
              <a:buSzPts val="2800"/>
              <a:buFont typeface="Cormorant Garamond"/>
              <a:buNone/>
              <a:defRPr sz="2800" b="1" i="1">
                <a:solidFill>
                  <a:schemeClr val="dk1"/>
                </a:solidFill>
                <a:latin typeface="Cormorant Garamond"/>
                <a:ea typeface="Cormorant Garamond"/>
                <a:cs typeface="Cormorant Garamond"/>
                <a:sym typeface="Cormorant Garamond"/>
              </a:defRPr>
            </a:lvl6pPr>
            <a:lvl7pPr lvl="6" rtl="0">
              <a:spcBef>
                <a:spcPts val="0"/>
              </a:spcBef>
              <a:spcAft>
                <a:spcPts val="0"/>
              </a:spcAft>
              <a:buClr>
                <a:schemeClr val="dk1"/>
              </a:buClr>
              <a:buSzPts val="2800"/>
              <a:buFont typeface="Cormorant Garamond"/>
              <a:buNone/>
              <a:defRPr sz="2800" b="1" i="1">
                <a:solidFill>
                  <a:schemeClr val="dk1"/>
                </a:solidFill>
                <a:latin typeface="Cormorant Garamond"/>
                <a:ea typeface="Cormorant Garamond"/>
                <a:cs typeface="Cormorant Garamond"/>
                <a:sym typeface="Cormorant Garamond"/>
              </a:defRPr>
            </a:lvl7pPr>
            <a:lvl8pPr lvl="7" rtl="0">
              <a:spcBef>
                <a:spcPts val="0"/>
              </a:spcBef>
              <a:spcAft>
                <a:spcPts val="0"/>
              </a:spcAft>
              <a:buClr>
                <a:schemeClr val="dk1"/>
              </a:buClr>
              <a:buSzPts val="2800"/>
              <a:buFont typeface="Cormorant Garamond"/>
              <a:buNone/>
              <a:defRPr sz="2800" b="1" i="1">
                <a:solidFill>
                  <a:schemeClr val="dk1"/>
                </a:solidFill>
                <a:latin typeface="Cormorant Garamond"/>
                <a:ea typeface="Cormorant Garamond"/>
                <a:cs typeface="Cormorant Garamond"/>
                <a:sym typeface="Cormorant Garamond"/>
              </a:defRPr>
            </a:lvl8pPr>
            <a:lvl9pPr lvl="8" rtl="0">
              <a:spcBef>
                <a:spcPts val="0"/>
              </a:spcBef>
              <a:spcAft>
                <a:spcPts val="0"/>
              </a:spcAft>
              <a:buClr>
                <a:schemeClr val="dk1"/>
              </a:buClr>
              <a:buSzPts val="2800"/>
              <a:buFont typeface="Cormorant Garamond"/>
              <a:buNone/>
              <a:defRPr sz="2800" b="1" i="1">
                <a:solidFill>
                  <a:schemeClr val="dk1"/>
                </a:solidFill>
                <a:latin typeface="Cormorant Garamond"/>
                <a:ea typeface="Cormorant Garamond"/>
                <a:cs typeface="Cormorant Garamond"/>
                <a:sym typeface="Cormorant Garamo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5" r:id="rId4"/>
    <p:sldLayoutId id="2147483658" r:id="rId5"/>
    <p:sldLayoutId id="2147483659" r:id="rId6"/>
    <p:sldLayoutId id="2147483660" r:id="rId7"/>
    <p:sldLayoutId id="2147483664" r:id="rId8"/>
    <p:sldLayoutId id="2147483673" r:id="rId9"/>
    <p:sldLayoutId id="2147483674"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cxnSp>
        <p:nvCxnSpPr>
          <p:cNvPr id="243" name="Google Shape;243;p32"/>
          <p:cNvCxnSpPr/>
          <p:nvPr/>
        </p:nvCxnSpPr>
        <p:spPr>
          <a:xfrm>
            <a:off x="511850" y="1023675"/>
            <a:ext cx="8087700" cy="0"/>
          </a:xfrm>
          <a:prstGeom prst="straightConnector1">
            <a:avLst/>
          </a:prstGeom>
          <a:noFill/>
          <a:ln w="19050" cap="flat" cmpd="sng">
            <a:solidFill>
              <a:schemeClr val="dk1"/>
            </a:solidFill>
            <a:prstDash val="solid"/>
            <a:round/>
            <a:headEnd type="none" w="med" len="med"/>
            <a:tailEnd type="none" w="med" len="med"/>
          </a:ln>
        </p:spPr>
      </p:cxnSp>
      <p:cxnSp>
        <p:nvCxnSpPr>
          <p:cNvPr id="244" name="Google Shape;244;p32"/>
          <p:cNvCxnSpPr/>
          <p:nvPr/>
        </p:nvCxnSpPr>
        <p:spPr>
          <a:xfrm>
            <a:off x="528150" y="4608533"/>
            <a:ext cx="8087700" cy="0"/>
          </a:xfrm>
          <a:prstGeom prst="straightConnector1">
            <a:avLst/>
          </a:prstGeom>
          <a:noFill/>
          <a:ln w="19050" cap="flat" cmpd="sng">
            <a:solidFill>
              <a:schemeClr val="dk1"/>
            </a:solidFill>
            <a:prstDash val="solid"/>
            <a:round/>
            <a:headEnd type="none" w="med" len="med"/>
            <a:tailEnd type="none" w="med" len="med"/>
          </a:ln>
        </p:spPr>
      </p:cxnSp>
      <p:sp>
        <p:nvSpPr>
          <p:cNvPr id="245" name="Google Shape;245;p32"/>
          <p:cNvSpPr/>
          <p:nvPr/>
        </p:nvSpPr>
        <p:spPr>
          <a:xfrm>
            <a:off x="6244150" y="227050"/>
            <a:ext cx="2361000" cy="4572000"/>
          </a:xfrm>
          <a:prstGeom prst="roundRect">
            <a:avLst>
              <a:gd name="adj" fmla="val 9091"/>
            </a:avLst>
          </a:prstGeom>
          <a:solidFill>
            <a:schemeClr val="dk2"/>
          </a:solidFill>
          <a:ln w="19050" cap="flat" cmpd="sng">
            <a:solidFill>
              <a:srgbClr val="1B21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2"/>
          <p:cNvSpPr txBox="1">
            <a:spLocks noGrp="1"/>
          </p:cNvSpPr>
          <p:nvPr>
            <p:ph type="subTitle" idx="1"/>
          </p:nvPr>
        </p:nvSpPr>
        <p:spPr>
          <a:xfrm flipH="1">
            <a:off x="511850" y="3073491"/>
            <a:ext cx="5675176" cy="153239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t>Group 9</a:t>
            </a:r>
          </a:p>
          <a:p>
            <a:pPr marL="0" lvl="0" indent="0" algn="l" rtl="0">
              <a:spcBef>
                <a:spcPts val="0"/>
              </a:spcBef>
              <a:spcAft>
                <a:spcPts val="0"/>
              </a:spcAft>
              <a:buNone/>
            </a:pPr>
            <a:endParaRPr lang="en-US" sz="1100" dirty="0"/>
          </a:p>
          <a:p>
            <a:pPr marL="0" lvl="0" indent="0" algn="l" rtl="0">
              <a:spcBef>
                <a:spcPts val="0"/>
              </a:spcBef>
              <a:spcAft>
                <a:spcPts val="0"/>
              </a:spcAft>
              <a:buNone/>
            </a:pPr>
            <a:r>
              <a:rPr lang="en-US" sz="1100" dirty="0"/>
              <a:t>-3408 Shivprakash Vishwakarma</a:t>
            </a:r>
          </a:p>
          <a:p>
            <a:pPr marL="0" lvl="0" indent="0" algn="l" rtl="0">
              <a:spcBef>
                <a:spcPts val="0"/>
              </a:spcBef>
              <a:spcAft>
                <a:spcPts val="0"/>
              </a:spcAft>
              <a:buNone/>
            </a:pPr>
            <a:r>
              <a:rPr lang="en-US" sz="1100" dirty="0"/>
              <a:t>-3414 Dhruvi Swadia</a:t>
            </a:r>
          </a:p>
          <a:p>
            <a:pPr marL="0" lvl="0" indent="0" algn="l" rtl="0">
              <a:spcBef>
                <a:spcPts val="0"/>
              </a:spcBef>
              <a:spcAft>
                <a:spcPts val="0"/>
              </a:spcAft>
              <a:buNone/>
            </a:pPr>
            <a:r>
              <a:rPr lang="en-US" sz="1100" dirty="0"/>
              <a:t>-3418 Vishal Vishwakarma</a:t>
            </a:r>
          </a:p>
          <a:p>
            <a:pPr marL="0" lvl="0" indent="0" algn="l" rtl="0">
              <a:spcBef>
                <a:spcPts val="0"/>
              </a:spcBef>
              <a:spcAft>
                <a:spcPts val="0"/>
              </a:spcAft>
              <a:buNone/>
            </a:pPr>
            <a:r>
              <a:rPr lang="en-US" sz="1100" dirty="0"/>
              <a:t>-3427 Gaurav Yadav</a:t>
            </a:r>
          </a:p>
          <a:p>
            <a:pPr marL="0" lvl="0" indent="0" algn="l" rtl="0">
              <a:spcBef>
                <a:spcPts val="0"/>
              </a:spcBef>
              <a:spcAft>
                <a:spcPts val="0"/>
              </a:spcAft>
              <a:buNone/>
            </a:pPr>
            <a:r>
              <a:rPr lang="en-US" sz="1100" dirty="0"/>
              <a:t>-3432 Samriddhi Sharma</a:t>
            </a:r>
          </a:p>
          <a:p>
            <a:pPr marL="0" lvl="0" indent="0" algn="l" rtl="0">
              <a:spcBef>
                <a:spcPts val="0"/>
              </a:spcBef>
              <a:spcAft>
                <a:spcPts val="0"/>
              </a:spcAft>
              <a:buNone/>
            </a:pPr>
            <a:r>
              <a:rPr lang="en-US" sz="1100" dirty="0"/>
              <a:t>-3437 Roshan Yadav</a:t>
            </a:r>
          </a:p>
          <a:p>
            <a:pPr marL="0" lvl="0" indent="0" algn="l" rtl="0">
              <a:spcBef>
                <a:spcPts val="0"/>
              </a:spcBef>
              <a:spcAft>
                <a:spcPts val="0"/>
              </a:spcAft>
              <a:buNone/>
            </a:pPr>
            <a:endParaRPr sz="1100" dirty="0"/>
          </a:p>
        </p:txBody>
      </p:sp>
      <p:sp>
        <p:nvSpPr>
          <p:cNvPr id="247" name="Google Shape;247;p32"/>
          <p:cNvSpPr txBox="1">
            <a:spLocks noGrp="1"/>
          </p:cNvSpPr>
          <p:nvPr>
            <p:ph type="title"/>
          </p:nvPr>
        </p:nvSpPr>
        <p:spPr>
          <a:xfrm>
            <a:off x="713224" y="1544300"/>
            <a:ext cx="5133595" cy="153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6600" dirty="0"/>
              <a:t>THE RISE OF BIG DATA</a:t>
            </a:r>
            <a:endParaRPr sz="6600" dirty="0"/>
          </a:p>
        </p:txBody>
      </p:sp>
      <p:cxnSp>
        <p:nvCxnSpPr>
          <p:cNvPr id="248" name="Google Shape;248;p32"/>
          <p:cNvCxnSpPr>
            <a:cxnSpLocks/>
          </p:cNvCxnSpPr>
          <p:nvPr/>
        </p:nvCxnSpPr>
        <p:spPr>
          <a:xfrm flipV="1">
            <a:off x="511850" y="3073491"/>
            <a:ext cx="5334969" cy="1604"/>
          </a:xfrm>
          <a:prstGeom prst="straightConnector1">
            <a:avLst/>
          </a:prstGeom>
          <a:noFill/>
          <a:ln w="19050" cap="flat" cmpd="sng">
            <a:solidFill>
              <a:schemeClr val="dk1"/>
            </a:solidFill>
            <a:prstDash val="solid"/>
            <a:round/>
            <a:headEnd type="none" w="med" len="med"/>
            <a:tailEnd type="none" w="med" len="med"/>
          </a:ln>
        </p:spPr>
      </p:cxnSp>
      <p:grpSp>
        <p:nvGrpSpPr>
          <p:cNvPr id="254" name="Google Shape;254;p32"/>
          <p:cNvGrpSpPr/>
          <p:nvPr/>
        </p:nvGrpSpPr>
        <p:grpSpPr>
          <a:xfrm>
            <a:off x="8138890" y="292175"/>
            <a:ext cx="327600" cy="327600"/>
            <a:chOff x="9379775" y="1529850"/>
            <a:chExt cx="327600" cy="327600"/>
          </a:xfrm>
        </p:grpSpPr>
        <p:sp>
          <p:nvSpPr>
            <p:cNvPr id="255" name="Google Shape;255;p32"/>
            <p:cNvSpPr/>
            <p:nvPr/>
          </p:nvSpPr>
          <p:spPr>
            <a:xfrm>
              <a:off x="9379775" y="1529850"/>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2"/>
            <p:cNvSpPr/>
            <p:nvPr/>
          </p:nvSpPr>
          <p:spPr>
            <a:xfrm>
              <a:off x="9452138" y="1602213"/>
              <a:ext cx="182870" cy="182867"/>
            </a:xfrm>
            <a:custGeom>
              <a:avLst/>
              <a:gdLst/>
              <a:ahLst/>
              <a:cxnLst/>
              <a:rect l="l" t="t" r="r" b="b"/>
              <a:pathLst>
                <a:path w="10304" h="10285" extrusionOk="0">
                  <a:moveTo>
                    <a:pt x="574" y="0"/>
                  </a:moveTo>
                  <a:lnTo>
                    <a:pt x="0" y="555"/>
                  </a:lnTo>
                  <a:lnTo>
                    <a:pt x="4569" y="5124"/>
                  </a:lnTo>
                  <a:lnTo>
                    <a:pt x="0" y="9730"/>
                  </a:lnTo>
                  <a:lnTo>
                    <a:pt x="574" y="10285"/>
                  </a:lnTo>
                  <a:lnTo>
                    <a:pt x="5161" y="5697"/>
                  </a:lnTo>
                  <a:lnTo>
                    <a:pt x="9730" y="10285"/>
                  </a:lnTo>
                  <a:lnTo>
                    <a:pt x="10303" y="9730"/>
                  </a:lnTo>
                  <a:lnTo>
                    <a:pt x="5735" y="5124"/>
                  </a:lnTo>
                  <a:lnTo>
                    <a:pt x="10303" y="555"/>
                  </a:lnTo>
                  <a:lnTo>
                    <a:pt x="9730" y="0"/>
                  </a:lnTo>
                  <a:lnTo>
                    <a:pt x="5161" y="4569"/>
                  </a:lnTo>
                  <a:lnTo>
                    <a:pt x="5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grpSp>
        <p:nvGrpSpPr>
          <p:cNvPr id="257" name="Google Shape;257;p32"/>
          <p:cNvGrpSpPr/>
          <p:nvPr/>
        </p:nvGrpSpPr>
        <p:grpSpPr>
          <a:xfrm>
            <a:off x="6424750" y="3705965"/>
            <a:ext cx="327600" cy="327600"/>
            <a:chOff x="5471550" y="4685975"/>
            <a:chExt cx="327600" cy="327600"/>
          </a:xfrm>
        </p:grpSpPr>
        <p:sp>
          <p:nvSpPr>
            <p:cNvPr id="258" name="Google Shape;258;p32"/>
            <p:cNvSpPr/>
            <p:nvPr/>
          </p:nvSpPr>
          <p:spPr>
            <a:xfrm>
              <a:off x="5471550" y="4685975"/>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2"/>
            <p:cNvSpPr/>
            <p:nvPr/>
          </p:nvSpPr>
          <p:spPr>
            <a:xfrm>
              <a:off x="5528675" y="4758329"/>
              <a:ext cx="213351" cy="182891"/>
            </a:xfrm>
            <a:custGeom>
              <a:avLst/>
              <a:gdLst/>
              <a:ahLst/>
              <a:cxnLst/>
              <a:rect l="l" t="t" r="r" b="b"/>
              <a:pathLst>
                <a:path w="10323" h="8861" extrusionOk="0">
                  <a:moveTo>
                    <a:pt x="4440" y="1"/>
                  </a:moveTo>
                  <a:lnTo>
                    <a:pt x="1" y="4421"/>
                  </a:lnTo>
                  <a:lnTo>
                    <a:pt x="4440" y="8861"/>
                  </a:lnTo>
                  <a:lnTo>
                    <a:pt x="4995" y="8287"/>
                  </a:lnTo>
                  <a:lnTo>
                    <a:pt x="1555" y="4828"/>
                  </a:lnTo>
                  <a:lnTo>
                    <a:pt x="10323" y="4828"/>
                  </a:lnTo>
                  <a:lnTo>
                    <a:pt x="10323" y="4033"/>
                  </a:lnTo>
                  <a:lnTo>
                    <a:pt x="1555" y="4033"/>
                  </a:lnTo>
                  <a:lnTo>
                    <a:pt x="4995" y="556"/>
                  </a:lnTo>
                  <a:lnTo>
                    <a:pt x="44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 name="Picture 11">
            <a:extLst>
              <a:ext uri="{FF2B5EF4-FFF2-40B4-BE49-F238E27FC236}">
                <a16:creationId xmlns:a16="http://schemas.microsoft.com/office/drawing/2014/main" id="{12111FE1-1F0B-2BF8-BC54-A6AF7D631F3E}"/>
              </a:ext>
            </a:extLst>
          </p:cNvPr>
          <p:cNvPicPr>
            <a:picLocks noChangeAspect="1"/>
          </p:cNvPicPr>
          <p:nvPr/>
        </p:nvPicPr>
        <p:blipFill>
          <a:blip r:embed="rId3"/>
          <a:stretch>
            <a:fillRect/>
          </a:stretch>
        </p:blipFill>
        <p:spPr>
          <a:xfrm>
            <a:off x="6287586" y="1308051"/>
            <a:ext cx="2289575" cy="22895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3"/>
          <p:cNvSpPr txBox="1">
            <a:spLocks noGrp="1"/>
          </p:cNvSpPr>
          <p:nvPr>
            <p:ph type="body" idx="1"/>
          </p:nvPr>
        </p:nvSpPr>
        <p:spPr>
          <a:xfrm>
            <a:off x="290456" y="1215614"/>
            <a:ext cx="8638391" cy="372214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300" b="0" dirty="0"/>
              <a:t>“You can’t manage what you don’t measure.”</a:t>
            </a:r>
          </a:p>
          <a:p>
            <a:pPr marL="0" lvl="0" indent="0" algn="l" rtl="0">
              <a:spcBef>
                <a:spcPts val="0"/>
              </a:spcBef>
              <a:spcAft>
                <a:spcPts val="0"/>
              </a:spcAft>
              <a:buNone/>
            </a:pPr>
            <a:endParaRPr lang="en-US" sz="1300" b="0" dirty="0"/>
          </a:p>
          <a:p>
            <a:pPr marL="0" lvl="0" indent="0" algn="l" rtl="0">
              <a:spcBef>
                <a:spcPts val="0"/>
              </a:spcBef>
              <a:spcAft>
                <a:spcPts val="0"/>
              </a:spcAft>
              <a:buNone/>
            </a:pPr>
            <a:r>
              <a:rPr lang="en-US" sz="1300" b="0" dirty="0"/>
              <a:t>There’s much wisdom in that saying, which has been attributed to both W. Edwards Deming and Peter Drucker, and it explains why the recent explosion of digital data is so important. </a:t>
            </a:r>
          </a:p>
          <a:p>
            <a:pPr marL="0" lvl="0" indent="0" algn="l" rtl="0">
              <a:spcBef>
                <a:spcPts val="0"/>
              </a:spcBef>
              <a:spcAft>
                <a:spcPts val="0"/>
              </a:spcAft>
              <a:buNone/>
            </a:pPr>
            <a:endParaRPr lang="en-US" sz="1300" dirty="0"/>
          </a:p>
          <a:p>
            <a:pPr marL="0" lvl="0" indent="0" algn="l" rtl="0">
              <a:spcBef>
                <a:spcPts val="0"/>
              </a:spcBef>
              <a:spcAft>
                <a:spcPts val="0"/>
              </a:spcAft>
              <a:buNone/>
            </a:pPr>
            <a:r>
              <a:rPr lang="en-US" sz="1300" b="0" dirty="0"/>
              <a:t>Simply put, because of big data, managers can measure, and hence know, radically more about their businesses, and directly translate that knowledge into improved decision making and performance.</a:t>
            </a:r>
          </a:p>
          <a:p>
            <a:pPr marL="0" lvl="0" indent="0" algn="l" rtl="0">
              <a:spcBef>
                <a:spcPts val="0"/>
              </a:spcBef>
              <a:spcAft>
                <a:spcPts val="0"/>
              </a:spcAft>
              <a:buNone/>
            </a:pPr>
            <a:endParaRPr lang="en-US" sz="1300" dirty="0"/>
          </a:p>
          <a:p>
            <a:pPr marL="0" lvl="0" indent="0" algn="l" rtl="0">
              <a:spcBef>
                <a:spcPts val="0"/>
              </a:spcBef>
              <a:spcAft>
                <a:spcPts val="0"/>
              </a:spcAft>
              <a:buNone/>
            </a:pPr>
            <a:r>
              <a:rPr lang="en-US" sz="1300" b="0" dirty="0"/>
              <a:t>The potential of “big data” has been receiving tremendous attention lately, with interest in the topic growing exponentially, it has been the focus of countless articles and perhaps too many meetings and conferences.</a:t>
            </a:r>
          </a:p>
          <a:p>
            <a:pPr marL="0" lvl="0" indent="0" algn="l" rtl="0">
              <a:spcBef>
                <a:spcPts val="0"/>
              </a:spcBef>
              <a:spcAft>
                <a:spcPts val="0"/>
              </a:spcAft>
              <a:buNone/>
            </a:pPr>
            <a:endParaRPr lang="en-US" sz="1300" dirty="0"/>
          </a:p>
          <a:p>
            <a:pPr marL="0" lvl="0" indent="0" algn="l" rtl="0">
              <a:spcBef>
                <a:spcPts val="0"/>
              </a:spcBef>
              <a:spcAft>
                <a:spcPts val="0"/>
              </a:spcAft>
              <a:buNone/>
            </a:pPr>
            <a:r>
              <a:rPr lang="en-US" sz="1300" b="0" dirty="0"/>
              <a:t>Getting the right data to the right people at the right time is the name of the game in today’s demanding marketplace.</a:t>
            </a:r>
          </a:p>
          <a:p>
            <a:pPr marL="0" lvl="0" indent="0" algn="l" rtl="0">
              <a:spcBef>
                <a:spcPts val="0"/>
              </a:spcBef>
              <a:spcAft>
                <a:spcPts val="0"/>
              </a:spcAft>
              <a:buNone/>
            </a:pPr>
            <a:endParaRPr lang="en-US" sz="1300" b="0" dirty="0"/>
          </a:p>
          <a:p>
            <a:pPr marL="0" lvl="0" indent="0" algn="l" rtl="0">
              <a:spcBef>
                <a:spcPts val="0"/>
              </a:spcBef>
              <a:spcAft>
                <a:spcPts val="0"/>
              </a:spcAft>
              <a:buNone/>
            </a:pPr>
            <a:r>
              <a:rPr lang="en-US" sz="1300" b="0" dirty="0"/>
              <a:t>Every company has to find a way to harness big data and use it to drive growth. And if your organization isn’t talking big data, you are at a competitive disadvantage. </a:t>
            </a:r>
          </a:p>
        </p:txBody>
      </p:sp>
      <p:grpSp>
        <p:nvGrpSpPr>
          <p:cNvPr id="265" name="Google Shape;265;p33"/>
          <p:cNvGrpSpPr/>
          <p:nvPr/>
        </p:nvGrpSpPr>
        <p:grpSpPr>
          <a:xfrm>
            <a:off x="8422125" y="298550"/>
            <a:ext cx="327600" cy="327600"/>
            <a:chOff x="9379775" y="1529850"/>
            <a:chExt cx="327600" cy="327600"/>
          </a:xfrm>
        </p:grpSpPr>
        <p:sp>
          <p:nvSpPr>
            <p:cNvPr id="266" name="Google Shape;266;p33"/>
            <p:cNvSpPr/>
            <p:nvPr/>
          </p:nvSpPr>
          <p:spPr>
            <a:xfrm>
              <a:off x="9379775" y="1529850"/>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3"/>
            <p:cNvSpPr/>
            <p:nvPr/>
          </p:nvSpPr>
          <p:spPr>
            <a:xfrm>
              <a:off x="9452138" y="1602213"/>
              <a:ext cx="182870" cy="182867"/>
            </a:xfrm>
            <a:custGeom>
              <a:avLst/>
              <a:gdLst/>
              <a:ahLst/>
              <a:cxnLst/>
              <a:rect l="l" t="t" r="r" b="b"/>
              <a:pathLst>
                <a:path w="10304" h="10285" extrusionOk="0">
                  <a:moveTo>
                    <a:pt x="574" y="0"/>
                  </a:moveTo>
                  <a:lnTo>
                    <a:pt x="0" y="555"/>
                  </a:lnTo>
                  <a:lnTo>
                    <a:pt x="4569" y="5124"/>
                  </a:lnTo>
                  <a:lnTo>
                    <a:pt x="0" y="9730"/>
                  </a:lnTo>
                  <a:lnTo>
                    <a:pt x="574" y="10285"/>
                  </a:lnTo>
                  <a:lnTo>
                    <a:pt x="5161" y="5697"/>
                  </a:lnTo>
                  <a:lnTo>
                    <a:pt x="9730" y="10285"/>
                  </a:lnTo>
                  <a:lnTo>
                    <a:pt x="10303" y="9730"/>
                  </a:lnTo>
                  <a:lnTo>
                    <a:pt x="5735" y="5124"/>
                  </a:lnTo>
                  <a:lnTo>
                    <a:pt x="10303" y="555"/>
                  </a:lnTo>
                  <a:lnTo>
                    <a:pt x="9730" y="0"/>
                  </a:lnTo>
                  <a:lnTo>
                    <a:pt x="5161" y="4569"/>
                  </a:lnTo>
                  <a:lnTo>
                    <a:pt x="5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grpSp>
        <p:nvGrpSpPr>
          <p:cNvPr id="268" name="Google Shape;268;p33"/>
          <p:cNvGrpSpPr/>
          <p:nvPr/>
        </p:nvGrpSpPr>
        <p:grpSpPr>
          <a:xfrm>
            <a:off x="394125" y="298550"/>
            <a:ext cx="327600" cy="327600"/>
            <a:chOff x="5471550" y="4685975"/>
            <a:chExt cx="327600" cy="327600"/>
          </a:xfrm>
        </p:grpSpPr>
        <p:sp>
          <p:nvSpPr>
            <p:cNvPr id="269" name="Google Shape;269;p33"/>
            <p:cNvSpPr/>
            <p:nvPr/>
          </p:nvSpPr>
          <p:spPr>
            <a:xfrm>
              <a:off x="5471550" y="4685975"/>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3"/>
            <p:cNvSpPr/>
            <p:nvPr/>
          </p:nvSpPr>
          <p:spPr>
            <a:xfrm>
              <a:off x="5528675" y="4758329"/>
              <a:ext cx="213351" cy="182891"/>
            </a:xfrm>
            <a:custGeom>
              <a:avLst/>
              <a:gdLst/>
              <a:ahLst/>
              <a:cxnLst/>
              <a:rect l="l" t="t" r="r" b="b"/>
              <a:pathLst>
                <a:path w="10323" h="8861" extrusionOk="0">
                  <a:moveTo>
                    <a:pt x="4440" y="1"/>
                  </a:moveTo>
                  <a:lnTo>
                    <a:pt x="1" y="4421"/>
                  </a:lnTo>
                  <a:lnTo>
                    <a:pt x="4440" y="8861"/>
                  </a:lnTo>
                  <a:lnTo>
                    <a:pt x="4995" y="8287"/>
                  </a:lnTo>
                  <a:lnTo>
                    <a:pt x="1555" y="4828"/>
                  </a:lnTo>
                  <a:lnTo>
                    <a:pt x="10323" y="4828"/>
                  </a:lnTo>
                  <a:lnTo>
                    <a:pt x="10323" y="4033"/>
                  </a:lnTo>
                  <a:lnTo>
                    <a:pt x="1555" y="4033"/>
                  </a:lnTo>
                  <a:lnTo>
                    <a:pt x="4995" y="556"/>
                  </a:lnTo>
                  <a:lnTo>
                    <a:pt x="44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 name="Google Shape;271;p33"/>
          <p:cNvSpPr txBox="1">
            <a:spLocks noGrp="1"/>
          </p:cNvSpPr>
          <p:nvPr>
            <p:ph type="title"/>
          </p:nvPr>
        </p:nvSpPr>
        <p:spPr>
          <a:xfrm>
            <a:off x="721725" y="749696"/>
            <a:ext cx="7717500" cy="5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INTRODUCTION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0C325EB-D376-47A4-C4D9-F7E0034CE2A0}"/>
              </a:ext>
            </a:extLst>
          </p:cNvPr>
          <p:cNvSpPr>
            <a:spLocks noGrp="1"/>
          </p:cNvSpPr>
          <p:nvPr>
            <p:ph type="subTitle" idx="3"/>
          </p:nvPr>
        </p:nvSpPr>
        <p:spPr>
          <a:xfrm>
            <a:off x="422028" y="1516827"/>
            <a:ext cx="8539091" cy="2943597"/>
          </a:xfrm>
        </p:spPr>
        <p:txBody>
          <a:bodyPr/>
          <a:lstStyle/>
          <a:p>
            <a:r>
              <a:rPr lang="en-US" dirty="0"/>
              <a:t>The story of how data became big starts many years before the current buzz around big data. Already seventy years ago we encounter the first attempts to quantify the growth rate in the volume of data or what has popularly been known as the “information explosion” </a:t>
            </a:r>
          </a:p>
          <a:p>
            <a:pPr marL="139700" indent="0">
              <a:buNone/>
            </a:pPr>
            <a:endParaRPr lang="en-US" dirty="0"/>
          </a:p>
          <a:p>
            <a:r>
              <a:rPr lang="en-US" dirty="0"/>
              <a:t>The term ‘Big Data’ has been in use since the early 1990s. Although it is not exactly known who first used the term, most people credit John R. </a:t>
            </a:r>
            <a:r>
              <a:rPr lang="en-US" dirty="0" err="1"/>
              <a:t>Mashey</a:t>
            </a:r>
            <a:r>
              <a:rPr lang="en-US" dirty="0"/>
              <a:t> for making the term popular.</a:t>
            </a:r>
          </a:p>
          <a:p>
            <a:endParaRPr lang="en-US" dirty="0"/>
          </a:p>
          <a:p>
            <a:r>
              <a:rPr lang="en-US" dirty="0"/>
              <a:t>In its true essence, Big Data is not something that is completely new or only of the last two decades. </a:t>
            </a:r>
          </a:p>
          <a:p>
            <a:endParaRPr lang="en-US" dirty="0"/>
          </a:p>
          <a:p>
            <a:r>
              <a:rPr lang="en-US" dirty="0"/>
              <a:t>However, in the last two decades, the volume and speed with which data is generated has changed – beyond measures of human comprehension. </a:t>
            </a:r>
          </a:p>
        </p:txBody>
      </p:sp>
      <p:sp>
        <p:nvSpPr>
          <p:cNvPr id="10" name="Google Shape;428;p43">
            <a:extLst>
              <a:ext uri="{FF2B5EF4-FFF2-40B4-BE49-F238E27FC236}">
                <a16:creationId xmlns:a16="http://schemas.microsoft.com/office/drawing/2014/main" id="{B067E662-A9F7-829F-62B1-61225EB1D9C0}"/>
              </a:ext>
            </a:extLst>
          </p:cNvPr>
          <p:cNvSpPr txBox="1">
            <a:spLocks noGrp="1"/>
          </p:cNvSpPr>
          <p:nvPr>
            <p:ph type="title" idx="4"/>
          </p:nvPr>
        </p:nvSpPr>
        <p:spPr>
          <a:xfrm>
            <a:off x="713225" y="683075"/>
            <a:ext cx="7717500" cy="5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WHERE DOES ‘BIG DATA’ COME FROM?</a:t>
            </a:r>
            <a:endParaRPr dirty="0"/>
          </a:p>
        </p:txBody>
      </p:sp>
      <p:pic>
        <p:nvPicPr>
          <p:cNvPr id="7" name="Picture 6">
            <a:extLst>
              <a:ext uri="{FF2B5EF4-FFF2-40B4-BE49-F238E27FC236}">
                <a16:creationId xmlns:a16="http://schemas.microsoft.com/office/drawing/2014/main" id="{C0A4D621-8CE1-51B9-0B4B-C4322E84EFB5}"/>
              </a:ext>
            </a:extLst>
          </p:cNvPr>
          <p:cNvPicPr>
            <a:picLocks noChangeAspect="1"/>
          </p:cNvPicPr>
          <p:nvPr/>
        </p:nvPicPr>
        <p:blipFill>
          <a:blip r:embed="rId2"/>
          <a:stretch>
            <a:fillRect/>
          </a:stretch>
        </p:blipFill>
        <p:spPr>
          <a:xfrm>
            <a:off x="468284" y="683075"/>
            <a:ext cx="489882" cy="489882"/>
          </a:xfrm>
          <a:prstGeom prst="rect">
            <a:avLst/>
          </a:prstGeom>
        </p:spPr>
      </p:pic>
    </p:spTree>
    <p:extLst>
      <p:ext uri="{BB962C8B-B14F-4D97-AF65-F5344CB8AC3E}">
        <p14:creationId xmlns:p14="http://schemas.microsoft.com/office/powerpoint/2010/main" val="1687986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5" name="Google Shape;425;p43"/>
          <p:cNvSpPr txBox="1">
            <a:spLocks noGrp="1"/>
          </p:cNvSpPr>
          <p:nvPr>
            <p:ph type="subTitle" idx="1"/>
          </p:nvPr>
        </p:nvSpPr>
        <p:spPr>
          <a:xfrm>
            <a:off x="251438" y="1453114"/>
            <a:ext cx="8688167" cy="292524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the third century BC, Historians believed that the library of Alexandria was capable of holding all the data of human knowledge. But today there is such an amount of data available in the world, to give each human 320 times as much of it could be stored in Alexandria’s entire library.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all this information were placed on CDs and stacked up, it would form many pillars and reach to the moon twice.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idea of Big Data is simply not new, it is everywhere. It is growing and it is getting tougher and tougher for companies to understand.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effect of Big Data is everywhere, from business to science, from the government to the arts, where we are, what we like, what we buy and when we buy, with whom we interact and more. </a:t>
            </a:r>
          </a:p>
        </p:txBody>
      </p:sp>
      <p:sp>
        <p:nvSpPr>
          <p:cNvPr id="428" name="Google Shape;428;p43"/>
          <p:cNvSpPr txBox="1">
            <a:spLocks noGrp="1"/>
          </p:cNvSpPr>
          <p:nvPr>
            <p:ph type="title" idx="4"/>
          </p:nvPr>
        </p:nvSpPr>
        <p:spPr>
          <a:xfrm>
            <a:off x="713225" y="683075"/>
            <a:ext cx="7717500" cy="5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THE RISE OF BIG DATA</a:t>
            </a:r>
            <a:endParaRPr dirty="0"/>
          </a:p>
        </p:txBody>
      </p:sp>
      <p:grpSp>
        <p:nvGrpSpPr>
          <p:cNvPr id="429" name="Google Shape;429;p43"/>
          <p:cNvGrpSpPr/>
          <p:nvPr/>
        </p:nvGrpSpPr>
        <p:grpSpPr>
          <a:xfrm>
            <a:off x="8430775" y="637525"/>
            <a:ext cx="327600" cy="327600"/>
            <a:chOff x="9379775" y="1529850"/>
            <a:chExt cx="327600" cy="327600"/>
          </a:xfrm>
        </p:grpSpPr>
        <p:sp>
          <p:nvSpPr>
            <p:cNvPr id="430" name="Google Shape;430;p43"/>
            <p:cNvSpPr/>
            <p:nvPr/>
          </p:nvSpPr>
          <p:spPr>
            <a:xfrm>
              <a:off x="9379775" y="1529850"/>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3"/>
            <p:cNvSpPr/>
            <p:nvPr/>
          </p:nvSpPr>
          <p:spPr>
            <a:xfrm>
              <a:off x="9452138" y="1602213"/>
              <a:ext cx="182870" cy="182867"/>
            </a:xfrm>
            <a:custGeom>
              <a:avLst/>
              <a:gdLst/>
              <a:ahLst/>
              <a:cxnLst/>
              <a:rect l="l" t="t" r="r" b="b"/>
              <a:pathLst>
                <a:path w="10304" h="10285" extrusionOk="0">
                  <a:moveTo>
                    <a:pt x="574" y="0"/>
                  </a:moveTo>
                  <a:lnTo>
                    <a:pt x="0" y="555"/>
                  </a:lnTo>
                  <a:lnTo>
                    <a:pt x="4569" y="5124"/>
                  </a:lnTo>
                  <a:lnTo>
                    <a:pt x="0" y="9730"/>
                  </a:lnTo>
                  <a:lnTo>
                    <a:pt x="574" y="10285"/>
                  </a:lnTo>
                  <a:lnTo>
                    <a:pt x="5161" y="5697"/>
                  </a:lnTo>
                  <a:lnTo>
                    <a:pt x="9730" y="10285"/>
                  </a:lnTo>
                  <a:lnTo>
                    <a:pt x="10303" y="9730"/>
                  </a:lnTo>
                  <a:lnTo>
                    <a:pt x="5735" y="5124"/>
                  </a:lnTo>
                  <a:lnTo>
                    <a:pt x="10303" y="555"/>
                  </a:lnTo>
                  <a:lnTo>
                    <a:pt x="9730" y="0"/>
                  </a:lnTo>
                  <a:lnTo>
                    <a:pt x="5161" y="4569"/>
                  </a:lnTo>
                  <a:lnTo>
                    <a:pt x="5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pic>
        <p:nvPicPr>
          <p:cNvPr id="3" name="Picture 2">
            <a:extLst>
              <a:ext uri="{FF2B5EF4-FFF2-40B4-BE49-F238E27FC236}">
                <a16:creationId xmlns:a16="http://schemas.microsoft.com/office/drawing/2014/main" id="{7991B300-D040-B663-E76D-F88678FA5E27}"/>
              </a:ext>
            </a:extLst>
          </p:cNvPr>
          <p:cNvPicPr>
            <a:picLocks noChangeAspect="1"/>
          </p:cNvPicPr>
          <p:nvPr/>
        </p:nvPicPr>
        <p:blipFill>
          <a:blip r:embed="rId3"/>
          <a:stretch>
            <a:fillRect/>
          </a:stretch>
        </p:blipFill>
        <p:spPr>
          <a:xfrm>
            <a:off x="6970955" y="637525"/>
            <a:ext cx="592343" cy="5923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42"/>
          <p:cNvSpPr/>
          <p:nvPr/>
        </p:nvSpPr>
        <p:spPr>
          <a:xfrm>
            <a:off x="247426" y="1506071"/>
            <a:ext cx="8702936" cy="2678654"/>
          </a:xfrm>
          <a:prstGeom prst="roundRect">
            <a:avLst>
              <a:gd name="adj" fmla="val 9091"/>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414" name="Google Shape;414;p42"/>
          <p:cNvSpPr txBox="1">
            <a:spLocks noGrp="1"/>
          </p:cNvSpPr>
          <p:nvPr>
            <p:ph type="title"/>
          </p:nvPr>
        </p:nvSpPr>
        <p:spPr>
          <a:xfrm>
            <a:off x="713225" y="683075"/>
            <a:ext cx="7717500" cy="5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THE HYPE BEHIND BIG DATA</a:t>
            </a:r>
            <a:endParaRPr dirty="0"/>
          </a:p>
        </p:txBody>
      </p:sp>
      <p:grpSp>
        <p:nvGrpSpPr>
          <p:cNvPr id="415" name="Google Shape;415;p42"/>
          <p:cNvGrpSpPr/>
          <p:nvPr/>
        </p:nvGrpSpPr>
        <p:grpSpPr>
          <a:xfrm>
            <a:off x="8430775" y="637525"/>
            <a:ext cx="327600" cy="327600"/>
            <a:chOff x="9379775" y="1529850"/>
            <a:chExt cx="327600" cy="327600"/>
          </a:xfrm>
        </p:grpSpPr>
        <p:sp>
          <p:nvSpPr>
            <p:cNvPr id="416" name="Google Shape;416;p42"/>
            <p:cNvSpPr/>
            <p:nvPr/>
          </p:nvSpPr>
          <p:spPr>
            <a:xfrm>
              <a:off x="9379775" y="1529850"/>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2"/>
            <p:cNvSpPr/>
            <p:nvPr/>
          </p:nvSpPr>
          <p:spPr>
            <a:xfrm>
              <a:off x="9452138" y="1602213"/>
              <a:ext cx="182870" cy="182867"/>
            </a:xfrm>
            <a:custGeom>
              <a:avLst/>
              <a:gdLst/>
              <a:ahLst/>
              <a:cxnLst/>
              <a:rect l="l" t="t" r="r" b="b"/>
              <a:pathLst>
                <a:path w="10304" h="10285" extrusionOk="0">
                  <a:moveTo>
                    <a:pt x="574" y="0"/>
                  </a:moveTo>
                  <a:lnTo>
                    <a:pt x="0" y="555"/>
                  </a:lnTo>
                  <a:lnTo>
                    <a:pt x="4569" y="5124"/>
                  </a:lnTo>
                  <a:lnTo>
                    <a:pt x="0" y="9730"/>
                  </a:lnTo>
                  <a:lnTo>
                    <a:pt x="574" y="10285"/>
                  </a:lnTo>
                  <a:lnTo>
                    <a:pt x="5161" y="5697"/>
                  </a:lnTo>
                  <a:lnTo>
                    <a:pt x="9730" y="10285"/>
                  </a:lnTo>
                  <a:lnTo>
                    <a:pt x="10303" y="9730"/>
                  </a:lnTo>
                  <a:lnTo>
                    <a:pt x="5735" y="5124"/>
                  </a:lnTo>
                  <a:lnTo>
                    <a:pt x="10303" y="555"/>
                  </a:lnTo>
                  <a:lnTo>
                    <a:pt x="9730" y="0"/>
                  </a:lnTo>
                  <a:lnTo>
                    <a:pt x="5161" y="4569"/>
                  </a:lnTo>
                  <a:lnTo>
                    <a:pt x="5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cxnSp>
        <p:nvCxnSpPr>
          <p:cNvPr id="418" name="Google Shape;418;p42"/>
          <p:cNvCxnSpPr>
            <a:cxnSpLocks/>
          </p:cNvCxnSpPr>
          <p:nvPr/>
        </p:nvCxnSpPr>
        <p:spPr>
          <a:xfrm>
            <a:off x="247426" y="2755914"/>
            <a:ext cx="8702936" cy="0"/>
          </a:xfrm>
          <a:prstGeom prst="straightConnector1">
            <a:avLst/>
          </a:prstGeom>
          <a:noFill/>
          <a:ln w="19050" cap="flat" cmpd="sng">
            <a:solidFill>
              <a:schemeClr val="dk1"/>
            </a:solidFill>
            <a:prstDash val="solid"/>
            <a:round/>
            <a:headEnd type="none" w="med" len="med"/>
            <a:tailEnd type="none" w="med" len="med"/>
          </a:ln>
        </p:spPr>
      </p:cxnSp>
      <p:sp>
        <p:nvSpPr>
          <p:cNvPr id="419" name="Google Shape;419;p42"/>
          <p:cNvSpPr/>
          <p:nvPr/>
        </p:nvSpPr>
        <p:spPr>
          <a:xfrm>
            <a:off x="8568015" y="1623208"/>
            <a:ext cx="257600" cy="133225"/>
          </a:xfrm>
          <a:custGeom>
            <a:avLst/>
            <a:gdLst/>
            <a:ahLst/>
            <a:cxnLst/>
            <a:rect l="l" t="t" r="r" b="b"/>
            <a:pathLst>
              <a:path w="10304" h="5329" extrusionOk="0">
                <a:moveTo>
                  <a:pt x="5549" y="815"/>
                </a:moveTo>
                <a:lnTo>
                  <a:pt x="4958" y="1388"/>
                </a:lnTo>
                <a:cubicBezTo>
                  <a:pt x="4847" y="1185"/>
                  <a:pt x="4717" y="981"/>
                  <a:pt x="4551" y="815"/>
                </a:cubicBezTo>
                <a:close/>
                <a:moveTo>
                  <a:pt x="7806" y="815"/>
                </a:moveTo>
                <a:lnTo>
                  <a:pt x="5180" y="3441"/>
                </a:lnTo>
                <a:cubicBezTo>
                  <a:pt x="5235" y="3182"/>
                  <a:pt x="5291" y="2942"/>
                  <a:pt x="5291" y="2665"/>
                </a:cubicBezTo>
                <a:cubicBezTo>
                  <a:pt x="5309" y="2517"/>
                  <a:pt x="5291" y="2369"/>
                  <a:pt x="5272" y="2221"/>
                </a:cubicBezTo>
                <a:lnTo>
                  <a:pt x="6678" y="815"/>
                </a:lnTo>
                <a:close/>
                <a:moveTo>
                  <a:pt x="2645" y="815"/>
                </a:moveTo>
                <a:cubicBezTo>
                  <a:pt x="3663" y="815"/>
                  <a:pt x="4495" y="1647"/>
                  <a:pt x="4495" y="2665"/>
                </a:cubicBezTo>
                <a:cubicBezTo>
                  <a:pt x="4495" y="3682"/>
                  <a:pt x="3663" y="4514"/>
                  <a:pt x="2645" y="4514"/>
                </a:cubicBezTo>
                <a:cubicBezTo>
                  <a:pt x="1628" y="4514"/>
                  <a:pt x="796" y="3682"/>
                  <a:pt x="796" y="2665"/>
                </a:cubicBezTo>
                <a:cubicBezTo>
                  <a:pt x="796" y="1647"/>
                  <a:pt x="1628" y="815"/>
                  <a:pt x="2645" y="815"/>
                </a:cubicBezTo>
                <a:close/>
                <a:moveTo>
                  <a:pt x="8657" y="1111"/>
                </a:moveTo>
                <a:cubicBezTo>
                  <a:pt x="8898" y="1277"/>
                  <a:pt x="9083" y="1462"/>
                  <a:pt x="9249" y="1703"/>
                </a:cubicBezTo>
                <a:lnTo>
                  <a:pt x="6437" y="4514"/>
                </a:lnTo>
                <a:lnTo>
                  <a:pt x="5272" y="4514"/>
                </a:lnTo>
                <a:lnTo>
                  <a:pt x="8657" y="1111"/>
                </a:lnTo>
                <a:close/>
                <a:moveTo>
                  <a:pt x="9489" y="2572"/>
                </a:moveTo>
                <a:lnTo>
                  <a:pt x="9489" y="2665"/>
                </a:lnTo>
                <a:cubicBezTo>
                  <a:pt x="9489" y="3682"/>
                  <a:pt x="8657" y="4514"/>
                  <a:pt x="7640" y="4514"/>
                </a:cubicBezTo>
                <a:lnTo>
                  <a:pt x="7547" y="4514"/>
                </a:lnTo>
                <a:lnTo>
                  <a:pt x="9489" y="2572"/>
                </a:lnTo>
                <a:close/>
                <a:moveTo>
                  <a:pt x="2645" y="1"/>
                </a:moveTo>
                <a:cubicBezTo>
                  <a:pt x="1184" y="1"/>
                  <a:pt x="0" y="1203"/>
                  <a:pt x="0" y="2665"/>
                </a:cubicBezTo>
                <a:cubicBezTo>
                  <a:pt x="0" y="4107"/>
                  <a:pt x="1184" y="5328"/>
                  <a:pt x="2645" y="5328"/>
                </a:cubicBezTo>
                <a:lnTo>
                  <a:pt x="7640" y="5328"/>
                </a:lnTo>
                <a:cubicBezTo>
                  <a:pt x="9101" y="5328"/>
                  <a:pt x="10303" y="4107"/>
                  <a:pt x="10303" y="2665"/>
                </a:cubicBezTo>
                <a:cubicBezTo>
                  <a:pt x="10303" y="1203"/>
                  <a:pt x="9101" y="1"/>
                  <a:pt x="76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807E4FE4-F9AE-EB66-061A-038C2AAACC76}"/>
              </a:ext>
            </a:extLst>
          </p:cNvPr>
          <p:cNvSpPr txBox="1"/>
          <p:nvPr/>
        </p:nvSpPr>
        <p:spPr>
          <a:xfrm>
            <a:off x="575026" y="1623208"/>
            <a:ext cx="7855699" cy="1015663"/>
          </a:xfrm>
          <a:prstGeom prst="rect">
            <a:avLst/>
          </a:prstGeom>
          <a:noFill/>
        </p:spPr>
        <p:txBody>
          <a:bodyPr wrap="square" rtlCol="0">
            <a:spAutoFit/>
          </a:bodyPr>
          <a:lstStyle/>
          <a:p>
            <a:r>
              <a:rPr lang="en-US" sz="1500" dirty="0">
                <a:latin typeface="Merriweather" panose="00000500000000000000" pitchFamily="2" charset="0"/>
              </a:rPr>
              <a:t>Big data is not just about digitizing existing information. It’s about rendering more of our lives in data in real-time. So the scientists recognized the need to re-think a new approach toward Big Data. Let’s talk about the datafication of the world. </a:t>
            </a:r>
            <a:endParaRPr lang="en-IN" sz="1500" dirty="0">
              <a:latin typeface="Merriweather" panose="00000500000000000000" pitchFamily="2" charset="0"/>
            </a:endParaRPr>
          </a:p>
        </p:txBody>
      </p:sp>
      <p:sp>
        <p:nvSpPr>
          <p:cNvPr id="5" name="TextBox 4">
            <a:extLst>
              <a:ext uri="{FF2B5EF4-FFF2-40B4-BE49-F238E27FC236}">
                <a16:creationId xmlns:a16="http://schemas.microsoft.com/office/drawing/2014/main" id="{E7E59ED8-607B-A043-EFBD-9A6B113BDF3A}"/>
              </a:ext>
            </a:extLst>
          </p:cNvPr>
          <p:cNvSpPr txBox="1"/>
          <p:nvPr/>
        </p:nvSpPr>
        <p:spPr>
          <a:xfrm>
            <a:off x="575026" y="2962488"/>
            <a:ext cx="8045150" cy="1015663"/>
          </a:xfrm>
          <a:prstGeom prst="rect">
            <a:avLst/>
          </a:prstGeom>
          <a:noFill/>
        </p:spPr>
        <p:txBody>
          <a:bodyPr wrap="square" rtlCol="0">
            <a:spAutoFit/>
          </a:bodyPr>
          <a:lstStyle/>
          <a:p>
            <a:r>
              <a:rPr lang="en-US" sz="1500" b="0" i="0" dirty="0">
                <a:solidFill>
                  <a:schemeClr val="tx1"/>
                </a:solidFill>
                <a:effectLst/>
                <a:latin typeface="Merriweather" panose="00000500000000000000" pitchFamily="2" charset="0"/>
              </a:rPr>
              <a:t>Data Scientists and Analysts need to know about data that can’t be ignored, data that they are not aware of and that can be fully utilized for analysis. In the foreground, it is the extension of human mental capabilities and data understandability.</a:t>
            </a:r>
            <a:endParaRPr lang="en-IN" sz="1500" dirty="0">
              <a:solidFill>
                <a:schemeClr val="tx1"/>
              </a:solidFill>
              <a:latin typeface="Merriweather" panose="00000500000000000000" pitchFamily="2" charset="0"/>
            </a:endParaRPr>
          </a:p>
        </p:txBody>
      </p:sp>
      <p:pic>
        <p:nvPicPr>
          <p:cNvPr id="3" name="Picture 2">
            <a:extLst>
              <a:ext uri="{FF2B5EF4-FFF2-40B4-BE49-F238E27FC236}">
                <a16:creationId xmlns:a16="http://schemas.microsoft.com/office/drawing/2014/main" id="{36E61E1B-685D-5DD9-A47D-BAFBCE20F747}"/>
              </a:ext>
            </a:extLst>
          </p:cNvPr>
          <p:cNvPicPr>
            <a:picLocks noChangeAspect="1"/>
          </p:cNvPicPr>
          <p:nvPr/>
        </p:nvPicPr>
        <p:blipFill>
          <a:blip r:embed="rId3"/>
          <a:stretch>
            <a:fillRect/>
          </a:stretch>
        </p:blipFill>
        <p:spPr>
          <a:xfrm>
            <a:off x="7303770" y="604703"/>
            <a:ext cx="576104" cy="5761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9" name="Rectangle 8">
            <a:extLst>
              <a:ext uri="{FF2B5EF4-FFF2-40B4-BE49-F238E27FC236}">
                <a16:creationId xmlns:a16="http://schemas.microsoft.com/office/drawing/2014/main" id="{8C1B8F97-B6A9-8526-A3AE-082072DD0245}"/>
              </a:ext>
            </a:extLst>
          </p:cNvPr>
          <p:cNvSpPr/>
          <p:nvPr/>
        </p:nvSpPr>
        <p:spPr>
          <a:xfrm>
            <a:off x="201000" y="4531953"/>
            <a:ext cx="8773200" cy="220256"/>
          </a:xfrm>
          <a:prstGeom prst="rect">
            <a:avLst/>
          </a:prstGeom>
          <a:solidFill>
            <a:srgbClr val="EEEEE9"/>
          </a:solidFill>
          <a:ln>
            <a:solidFill>
              <a:srgbClr val="EEEE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8" name="Google Shape;618;p49"/>
          <p:cNvSpPr txBox="1">
            <a:spLocks noGrp="1"/>
          </p:cNvSpPr>
          <p:nvPr>
            <p:ph type="title"/>
          </p:nvPr>
        </p:nvSpPr>
        <p:spPr>
          <a:xfrm>
            <a:off x="713225" y="683075"/>
            <a:ext cx="7717500" cy="5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dirty="0">
                <a:latin typeface="Cormorant Garamond" panose="020B0604020202020204" charset="0"/>
              </a:rPr>
              <a:t>5 BIG DATA USE CASES- HOW COMPANIES USE BIG DATA</a:t>
            </a:r>
          </a:p>
        </p:txBody>
      </p:sp>
      <p:cxnSp>
        <p:nvCxnSpPr>
          <p:cNvPr id="629" name="Google Shape;629;p49"/>
          <p:cNvCxnSpPr/>
          <p:nvPr/>
        </p:nvCxnSpPr>
        <p:spPr>
          <a:xfrm>
            <a:off x="201000" y="5036362"/>
            <a:ext cx="8773200" cy="0"/>
          </a:xfrm>
          <a:prstGeom prst="straightConnector1">
            <a:avLst/>
          </a:prstGeom>
          <a:noFill/>
          <a:ln w="19050" cap="flat" cmpd="sng">
            <a:solidFill>
              <a:schemeClr val="dk1"/>
            </a:solidFill>
            <a:prstDash val="solid"/>
            <a:round/>
            <a:headEnd type="none" w="med" len="med"/>
            <a:tailEnd type="none" w="med" len="med"/>
          </a:ln>
        </p:spPr>
      </p:cxnSp>
      <p:graphicFrame>
        <p:nvGraphicFramePr>
          <p:cNvPr id="7" name="Diagram 6">
            <a:extLst>
              <a:ext uri="{FF2B5EF4-FFF2-40B4-BE49-F238E27FC236}">
                <a16:creationId xmlns:a16="http://schemas.microsoft.com/office/drawing/2014/main" id="{5F1D767E-FC67-CCF3-35FA-1BC41028A6A8}"/>
              </a:ext>
            </a:extLst>
          </p:cNvPr>
          <p:cNvGraphicFramePr/>
          <p:nvPr>
            <p:extLst>
              <p:ext uri="{D42A27DB-BD31-4B8C-83A1-F6EECF244321}">
                <p14:modId xmlns:p14="http://schemas.microsoft.com/office/powerpoint/2010/main" val="3340038943"/>
              </p:ext>
            </p:extLst>
          </p:nvPr>
        </p:nvGraphicFramePr>
        <p:xfrm>
          <a:off x="1358226" y="1444385"/>
          <a:ext cx="6751233" cy="3361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B4B9B8D2-0619-4BFF-371B-8162A92AD091}"/>
              </a:ext>
            </a:extLst>
          </p:cNvPr>
          <p:cNvPicPr>
            <a:picLocks noChangeAspect="1"/>
          </p:cNvPicPr>
          <p:nvPr/>
        </p:nvPicPr>
        <p:blipFill>
          <a:blip r:embed="rId8"/>
          <a:stretch>
            <a:fillRect/>
          </a:stretch>
        </p:blipFill>
        <p:spPr>
          <a:xfrm>
            <a:off x="8167150" y="629682"/>
            <a:ext cx="570600" cy="570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4"/>
          <p:cNvSpPr txBox="1">
            <a:spLocks noGrp="1"/>
          </p:cNvSpPr>
          <p:nvPr>
            <p:ph type="ctrTitle"/>
          </p:nvPr>
        </p:nvSpPr>
        <p:spPr>
          <a:xfrm>
            <a:off x="858950" y="2849760"/>
            <a:ext cx="1753800" cy="62621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300" dirty="0"/>
              <a:t>DIFFICULT IN USE FOR STRATEGIC DECISION MAKING</a:t>
            </a:r>
            <a:endParaRPr sz="1300" dirty="0"/>
          </a:p>
        </p:txBody>
      </p:sp>
      <p:sp>
        <p:nvSpPr>
          <p:cNvPr id="278" name="Google Shape;278;p34"/>
          <p:cNvSpPr txBox="1">
            <a:spLocks noGrp="1"/>
          </p:cNvSpPr>
          <p:nvPr>
            <p:ph type="title" idx="2"/>
          </p:nvPr>
        </p:nvSpPr>
        <p:spPr>
          <a:xfrm>
            <a:off x="858950" y="1826399"/>
            <a:ext cx="1753800" cy="73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279" name="Google Shape;279;p34"/>
          <p:cNvSpPr txBox="1">
            <a:spLocks noGrp="1"/>
          </p:cNvSpPr>
          <p:nvPr>
            <p:ph type="ctrTitle" idx="3"/>
          </p:nvPr>
        </p:nvSpPr>
        <p:spPr>
          <a:xfrm>
            <a:off x="2737558" y="2795218"/>
            <a:ext cx="1877709" cy="73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1300" dirty="0"/>
              <a:t>BIG DATA DOESN’T PROVIDE A COMPLETE PICTURE</a:t>
            </a:r>
          </a:p>
        </p:txBody>
      </p:sp>
      <p:sp>
        <p:nvSpPr>
          <p:cNvPr id="280" name="Google Shape;280;p34"/>
          <p:cNvSpPr txBox="1">
            <a:spLocks noGrp="1"/>
          </p:cNvSpPr>
          <p:nvPr>
            <p:ph type="ctrTitle" idx="5"/>
          </p:nvPr>
        </p:nvSpPr>
        <p:spPr>
          <a:xfrm>
            <a:off x="6491176" y="2795219"/>
            <a:ext cx="1793874" cy="73529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1300" dirty="0"/>
              <a:t>PRIVACY AND SECURITY CONCERNS</a:t>
            </a:r>
          </a:p>
        </p:txBody>
      </p:sp>
      <p:sp>
        <p:nvSpPr>
          <p:cNvPr id="281" name="Google Shape;281;p34"/>
          <p:cNvSpPr txBox="1">
            <a:spLocks noGrp="1"/>
          </p:cNvSpPr>
          <p:nvPr>
            <p:ph type="ctrTitle" idx="7"/>
          </p:nvPr>
        </p:nvSpPr>
        <p:spPr>
          <a:xfrm>
            <a:off x="4613467" y="2846737"/>
            <a:ext cx="1755600" cy="5408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1300" dirty="0"/>
              <a:t>BIG DATA LACKS THE ‘WHY’</a:t>
            </a:r>
          </a:p>
        </p:txBody>
      </p:sp>
      <p:sp>
        <p:nvSpPr>
          <p:cNvPr id="282" name="Google Shape;282;p34"/>
          <p:cNvSpPr txBox="1">
            <a:spLocks noGrp="1"/>
          </p:cNvSpPr>
          <p:nvPr>
            <p:ph type="title" idx="8"/>
          </p:nvPr>
        </p:nvSpPr>
        <p:spPr>
          <a:xfrm>
            <a:off x="2736658" y="1853726"/>
            <a:ext cx="1753800" cy="73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283" name="Google Shape;283;p34"/>
          <p:cNvSpPr txBox="1">
            <a:spLocks noGrp="1"/>
          </p:cNvSpPr>
          <p:nvPr>
            <p:ph type="title" idx="4"/>
          </p:nvPr>
        </p:nvSpPr>
        <p:spPr>
          <a:xfrm>
            <a:off x="4615267" y="1847052"/>
            <a:ext cx="1753800" cy="73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284" name="Google Shape;284;p34"/>
          <p:cNvSpPr txBox="1">
            <a:spLocks noGrp="1"/>
          </p:cNvSpPr>
          <p:nvPr>
            <p:ph type="title" idx="6"/>
          </p:nvPr>
        </p:nvSpPr>
        <p:spPr>
          <a:xfrm>
            <a:off x="6493875" y="1833695"/>
            <a:ext cx="1753800" cy="73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288" name="Google Shape;288;p34"/>
          <p:cNvSpPr txBox="1">
            <a:spLocks noGrp="1"/>
          </p:cNvSpPr>
          <p:nvPr>
            <p:ph type="title" idx="15"/>
          </p:nvPr>
        </p:nvSpPr>
        <p:spPr>
          <a:xfrm>
            <a:off x="713225" y="788650"/>
            <a:ext cx="7717500" cy="5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DRAWBACKS OF BIG DATA</a:t>
            </a:r>
            <a:endParaRPr dirty="0"/>
          </a:p>
        </p:txBody>
      </p:sp>
      <p:grpSp>
        <p:nvGrpSpPr>
          <p:cNvPr id="289" name="Google Shape;289;p34"/>
          <p:cNvGrpSpPr/>
          <p:nvPr/>
        </p:nvGrpSpPr>
        <p:grpSpPr>
          <a:xfrm>
            <a:off x="8422125" y="298550"/>
            <a:ext cx="327600" cy="327600"/>
            <a:chOff x="9379775" y="1529850"/>
            <a:chExt cx="327600" cy="327600"/>
          </a:xfrm>
        </p:grpSpPr>
        <p:sp>
          <p:nvSpPr>
            <p:cNvPr id="290" name="Google Shape;290;p34"/>
            <p:cNvSpPr/>
            <p:nvPr/>
          </p:nvSpPr>
          <p:spPr>
            <a:xfrm>
              <a:off x="9379775" y="1529850"/>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4"/>
            <p:cNvSpPr/>
            <p:nvPr/>
          </p:nvSpPr>
          <p:spPr>
            <a:xfrm>
              <a:off x="9452138" y="1602213"/>
              <a:ext cx="182870" cy="182867"/>
            </a:xfrm>
            <a:custGeom>
              <a:avLst/>
              <a:gdLst/>
              <a:ahLst/>
              <a:cxnLst/>
              <a:rect l="l" t="t" r="r" b="b"/>
              <a:pathLst>
                <a:path w="10304" h="10285" extrusionOk="0">
                  <a:moveTo>
                    <a:pt x="574" y="0"/>
                  </a:moveTo>
                  <a:lnTo>
                    <a:pt x="0" y="555"/>
                  </a:lnTo>
                  <a:lnTo>
                    <a:pt x="4569" y="5124"/>
                  </a:lnTo>
                  <a:lnTo>
                    <a:pt x="0" y="9730"/>
                  </a:lnTo>
                  <a:lnTo>
                    <a:pt x="574" y="10285"/>
                  </a:lnTo>
                  <a:lnTo>
                    <a:pt x="5161" y="5697"/>
                  </a:lnTo>
                  <a:lnTo>
                    <a:pt x="9730" y="10285"/>
                  </a:lnTo>
                  <a:lnTo>
                    <a:pt x="10303" y="9730"/>
                  </a:lnTo>
                  <a:lnTo>
                    <a:pt x="5735" y="5124"/>
                  </a:lnTo>
                  <a:lnTo>
                    <a:pt x="10303" y="555"/>
                  </a:lnTo>
                  <a:lnTo>
                    <a:pt x="9730" y="0"/>
                  </a:lnTo>
                  <a:lnTo>
                    <a:pt x="5161" y="4569"/>
                  </a:lnTo>
                  <a:lnTo>
                    <a:pt x="5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grpSp>
        <p:nvGrpSpPr>
          <p:cNvPr id="292" name="Google Shape;292;p34"/>
          <p:cNvGrpSpPr/>
          <p:nvPr/>
        </p:nvGrpSpPr>
        <p:grpSpPr>
          <a:xfrm>
            <a:off x="394125" y="298550"/>
            <a:ext cx="327600" cy="327600"/>
            <a:chOff x="5471550" y="4685975"/>
            <a:chExt cx="327600" cy="327600"/>
          </a:xfrm>
        </p:grpSpPr>
        <p:sp>
          <p:nvSpPr>
            <p:cNvPr id="293" name="Google Shape;293;p34"/>
            <p:cNvSpPr/>
            <p:nvPr/>
          </p:nvSpPr>
          <p:spPr>
            <a:xfrm>
              <a:off x="5471550" y="4685975"/>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4"/>
            <p:cNvSpPr/>
            <p:nvPr/>
          </p:nvSpPr>
          <p:spPr>
            <a:xfrm>
              <a:off x="5528675" y="4758329"/>
              <a:ext cx="213351" cy="182891"/>
            </a:xfrm>
            <a:custGeom>
              <a:avLst/>
              <a:gdLst/>
              <a:ahLst/>
              <a:cxnLst/>
              <a:rect l="l" t="t" r="r" b="b"/>
              <a:pathLst>
                <a:path w="10323" h="8861" extrusionOk="0">
                  <a:moveTo>
                    <a:pt x="4440" y="1"/>
                  </a:moveTo>
                  <a:lnTo>
                    <a:pt x="1" y="4421"/>
                  </a:lnTo>
                  <a:lnTo>
                    <a:pt x="4440" y="8861"/>
                  </a:lnTo>
                  <a:lnTo>
                    <a:pt x="4995" y="8287"/>
                  </a:lnTo>
                  <a:lnTo>
                    <a:pt x="1555" y="4828"/>
                  </a:lnTo>
                  <a:lnTo>
                    <a:pt x="10323" y="4828"/>
                  </a:lnTo>
                  <a:lnTo>
                    <a:pt x="10323" y="4033"/>
                  </a:lnTo>
                  <a:lnTo>
                    <a:pt x="1555" y="4033"/>
                  </a:lnTo>
                  <a:lnTo>
                    <a:pt x="4995" y="556"/>
                  </a:lnTo>
                  <a:lnTo>
                    <a:pt x="44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5" name="Google Shape;295;p34"/>
          <p:cNvSpPr/>
          <p:nvPr/>
        </p:nvSpPr>
        <p:spPr>
          <a:xfrm>
            <a:off x="7990963" y="1521738"/>
            <a:ext cx="257600" cy="133225"/>
          </a:xfrm>
          <a:custGeom>
            <a:avLst/>
            <a:gdLst/>
            <a:ahLst/>
            <a:cxnLst/>
            <a:rect l="l" t="t" r="r" b="b"/>
            <a:pathLst>
              <a:path w="10304" h="5329" extrusionOk="0">
                <a:moveTo>
                  <a:pt x="5549" y="815"/>
                </a:moveTo>
                <a:lnTo>
                  <a:pt x="4958" y="1388"/>
                </a:lnTo>
                <a:cubicBezTo>
                  <a:pt x="4847" y="1185"/>
                  <a:pt x="4717" y="981"/>
                  <a:pt x="4551" y="815"/>
                </a:cubicBezTo>
                <a:close/>
                <a:moveTo>
                  <a:pt x="7806" y="815"/>
                </a:moveTo>
                <a:lnTo>
                  <a:pt x="5180" y="3441"/>
                </a:lnTo>
                <a:cubicBezTo>
                  <a:pt x="5235" y="3182"/>
                  <a:pt x="5291" y="2942"/>
                  <a:pt x="5291" y="2665"/>
                </a:cubicBezTo>
                <a:cubicBezTo>
                  <a:pt x="5309" y="2517"/>
                  <a:pt x="5291" y="2369"/>
                  <a:pt x="5272" y="2221"/>
                </a:cubicBezTo>
                <a:lnTo>
                  <a:pt x="6678" y="815"/>
                </a:lnTo>
                <a:close/>
                <a:moveTo>
                  <a:pt x="2645" y="815"/>
                </a:moveTo>
                <a:cubicBezTo>
                  <a:pt x="3663" y="815"/>
                  <a:pt x="4495" y="1647"/>
                  <a:pt x="4495" y="2665"/>
                </a:cubicBezTo>
                <a:cubicBezTo>
                  <a:pt x="4495" y="3682"/>
                  <a:pt x="3663" y="4514"/>
                  <a:pt x="2645" y="4514"/>
                </a:cubicBezTo>
                <a:cubicBezTo>
                  <a:pt x="1628" y="4514"/>
                  <a:pt x="796" y="3682"/>
                  <a:pt x="796" y="2665"/>
                </a:cubicBezTo>
                <a:cubicBezTo>
                  <a:pt x="796" y="1647"/>
                  <a:pt x="1628" y="815"/>
                  <a:pt x="2645" y="815"/>
                </a:cubicBezTo>
                <a:close/>
                <a:moveTo>
                  <a:pt x="8657" y="1111"/>
                </a:moveTo>
                <a:cubicBezTo>
                  <a:pt x="8898" y="1277"/>
                  <a:pt x="9083" y="1462"/>
                  <a:pt x="9249" y="1703"/>
                </a:cubicBezTo>
                <a:lnTo>
                  <a:pt x="6437" y="4514"/>
                </a:lnTo>
                <a:lnTo>
                  <a:pt x="5272" y="4514"/>
                </a:lnTo>
                <a:lnTo>
                  <a:pt x="8657" y="1111"/>
                </a:lnTo>
                <a:close/>
                <a:moveTo>
                  <a:pt x="9489" y="2572"/>
                </a:moveTo>
                <a:lnTo>
                  <a:pt x="9489" y="2665"/>
                </a:lnTo>
                <a:cubicBezTo>
                  <a:pt x="9489" y="3682"/>
                  <a:pt x="8657" y="4514"/>
                  <a:pt x="7640" y="4514"/>
                </a:cubicBezTo>
                <a:lnTo>
                  <a:pt x="7547" y="4514"/>
                </a:lnTo>
                <a:lnTo>
                  <a:pt x="9489" y="2572"/>
                </a:lnTo>
                <a:close/>
                <a:moveTo>
                  <a:pt x="2645" y="1"/>
                </a:moveTo>
                <a:cubicBezTo>
                  <a:pt x="1184" y="1"/>
                  <a:pt x="0" y="1203"/>
                  <a:pt x="0" y="2665"/>
                </a:cubicBezTo>
                <a:cubicBezTo>
                  <a:pt x="0" y="4107"/>
                  <a:pt x="1184" y="5328"/>
                  <a:pt x="2645" y="5328"/>
                </a:cubicBezTo>
                <a:lnTo>
                  <a:pt x="7640" y="5328"/>
                </a:lnTo>
                <a:cubicBezTo>
                  <a:pt x="9101" y="5328"/>
                  <a:pt x="10303" y="4107"/>
                  <a:pt x="10303" y="2665"/>
                </a:cubicBezTo>
                <a:cubicBezTo>
                  <a:pt x="10303" y="1203"/>
                  <a:pt x="9101" y="1"/>
                  <a:pt x="76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Picture 10">
            <a:extLst>
              <a:ext uri="{FF2B5EF4-FFF2-40B4-BE49-F238E27FC236}">
                <a16:creationId xmlns:a16="http://schemas.microsoft.com/office/drawing/2014/main" id="{C7F510EA-902F-E44D-630E-FCBBB207B990}"/>
              </a:ext>
            </a:extLst>
          </p:cNvPr>
          <p:cNvPicPr>
            <a:picLocks noChangeAspect="1"/>
          </p:cNvPicPr>
          <p:nvPr/>
        </p:nvPicPr>
        <p:blipFill>
          <a:blip r:embed="rId3"/>
          <a:stretch>
            <a:fillRect/>
          </a:stretch>
        </p:blipFill>
        <p:spPr>
          <a:xfrm>
            <a:off x="1351246" y="3561322"/>
            <a:ext cx="788400" cy="788400"/>
          </a:xfrm>
          <a:prstGeom prst="rect">
            <a:avLst/>
          </a:prstGeom>
        </p:spPr>
      </p:pic>
      <p:pic>
        <p:nvPicPr>
          <p:cNvPr id="13" name="Picture 12">
            <a:extLst>
              <a:ext uri="{FF2B5EF4-FFF2-40B4-BE49-F238E27FC236}">
                <a16:creationId xmlns:a16="http://schemas.microsoft.com/office/drawing/2014/main" id="{34B43B26-64BE-700D-E453-B66EF89E64AE}"/>
              </a:ext>
            </a:extLst>
          </p:cNvPr>
          <p:cNvPicPr>
            <a:picLocks noChangeAspect="1"/>
          </p:cNvPicPr>
          <p:nvPr/>
        </p:nvPicPr>
        <p:blipFill>
          <a:blip r:embed="rId4"/>
          <a:stretch>
            <a:fillRect/>
          </a:stretch>
        </p:blipFill>
        <p:spPr>
          <a:xfrm>
            <a:off x="3227896" y="3630189"/>
            <a:ext cx="789609" cy="789609"/>
          </a:xfrm>
          <a:prstGeom prst="rect">
            <a:avLst/>
          </a:prstGeom>
        </p:spPr>
      </p:pic>
      <p:pic>
        <p:nvPicPr>
          <p:cNvPr id="15" name="Picture 14">
            <a:extLst>
              <a:ext uri="{FF2B5EF4-FFF2-40B4-BE49-F238E27FC236}">
                <a16:creationId xmlns:a16="http://schemas.microsoft.com/office/drawing/2014/main" id="{609FE1E5-CC54-E0E6-67C0-0585EC59179C}"/>
              </a:ext>
            </a:extLst>
          </p:cNvPr>
          <p:cNvPicPr>
            <a:picLocks noChangeAspect="1"/>
          </p:cNvPicPr>
          <p:nvPr/>
        </p:nvPicPr>
        <p:blipFill>
          <a:blip r:embed="rId5"/>
          <a:stretch>
            <a:fillRect/>
          </a:stretch>
        </p:blipFill>
        <p:spPr>
          <a:xfrm>
            <a:off x="5126339" y="3561322"/>
            <a:ext cx="789608" cy="789608"/>
          </a:xfrm>
          <a:prstGeom prst="rect">
            <a:avLst/>
          </a:prstGeom>
        </p:spPr>
      </p:pic>
      <p:pic>
        <p:nvPicPr>
          <p:cNvPr id="19" name="Picture 18">
            <a:extLst>
              <a:ext uri="{FF2B5EF4-FFF2-40B4-BE49-F238E27FC236}">
                <a16:creationId xmlns:a16="http://schemas.microsoft.com/office/drawing/2014/main" id="{9B1B4CC0-188F-5666-51CD-A62176B7E66F}"/>
              </a:ext>
            </a:extLst>
          </p:cNvPr>
          <p:cNvPicPr>
            <a:picLocks noChangeAspect="1"/>
          </p:cNvPicPr>
          <p:nvPr/>
        </p:nvPicPr>
        <p:blipFill>
          <a:blip r:embed="rId6"/>
          <a:stretch>
            <a:fillRect/>
          </a:stretch>
        </p:blipFill>
        <p:spPr>
          <a:xfrm>
            <a:off x="6975970" y="3560113"/>
            <a:ext cx="789609" cy="789609"/>
          </a:xfrm>
          <a:prstGeom prst="rect">
            <a:avLst/>
          </a:prstGeom>
        </p:spPr>
      </p:pic>
      <p:pic>
        <p:nvPicPr>
          <p:cNvPr id="21" name="Picture 20">
            <a:extLst>
              <a:ext uri="{FF2B5EF4-FFF2-40B4-BE49-F238E27FC236}">
                <a16:creationId xmlns:a16="http://schemas.microsoft.com/office/drawing/2014/main" id="{B39A7532-B426-5D8D-E38F-A5F37F4F2213}"/>
              </a:ext>
            </a:extLst>
          </p:cNvPr>
          <p:cNvPicPr>
            <a:picLocks noChangeAspect="1"/>
          </p:cNvPicPr>
          <p:nvPr/>
        </p:nvPicPr>
        <p:blipFill>
          <a:blip r:embed="rId7"/>
          <a:stretch>
            <a:fillRect/>
          </a:stretch>
        </p:blipFill>
        <p:spPr>
          <a:xfrm>
            <a:off x="7085473" y="759055"/>
            <a:ext cx="570601" cy="5706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grpSp>
        <p:nvGrpSpPr>
          <p:cNvPr id="366" name="Google Shape;366;p39"/>
          <p:cNvGrpSpPr/>
          <p:nvPr/>
        </p:nvGrpSpPr>
        <p:grpSpPr>
          <a:xfrm>
            <a:off x="713175" y="1233150"/>
            <a:ext cx="7717500" cy="2677200"/>
            <a:chOff x="713175" y="1233150"/>
            <a:chExt cx="7717500" cy="2677200"/>
          </a:xfrm>
        </p:grpSpPr>
        <p:sp>
          <p:nvSpPr>
            <p:cNvPr id="367" name="Google Shape;367;p39"/>
            <p:cNvSpPr/>
            <p:nvPr/>
          </p:nvSpPr>
          <p:spPr>
            <a:xfrm>
              <a:off x="713175" y="1233150"/>
              <a:ext cx="7717500" cy="2677200"/>
            </a:xfrm>
            <a:prstGeom prst="roundRect">
              <a:avLst>
                <a:gd name="adj" fmla="val 5555"/>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68" name="Google Shape;368;p39"/>
            <p:cNvCxnSpPr/>
            <p:nvPr/>
          </p:nvCxnSpPr>
          <p:spPr>
            <a:xfrm>
              <a:off x="726552" y="1709899"/>
              <a:ext cx="7702800" cy="0"/>
            </a:xfrm>
            <a:prstGeom prst="straightConnector1">
              <a:avLst/>
            </a:prstGeom>
            <a:noFill/>
            <a:ln w="19050" cap="flat" cmpd="sng">
              <a:solidFill>
                <a:schemeClr val="dk1"/>
              </a:solidFill>
              <a:prstDash val="solid"/>
              <a:round/>
              <a:headEnd type="none" w="med" len="med"/>
              <a:tailEnd type="none" w="med" len="med"/>
            </a:ln>
          </p:spPr>
        </p:cxnSp>
      </p:grpSp>
      <p:sp>
        <p:nvSpPr>
          <p:cNvPr id="369" name="Google Shape;369;p39"/>
          <p:cNvSpPr txBox="1">
            <a:spLocks noGrp="1"/>
          </p:cNvSpPr>
          <p:nvPr>
            <p:ph type="subTitle" idx="1"/>
          </p:nvPr>
        </p:nvSpPr>
        <p:spPr>
          <a:xfrm>
            <a:off x="945325" y="1934250"/>
            <a:ext cx="7253350" cy="12213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 sz="2800" dirty="0"/>
              <a:t>“</a:t>
            </a:r>
            <a:r>
              <a:rPr lang="en-US" sz="2800" dirty="0"/>
              <a:t>Where there is data smoke, there is business fire.</a:t>
            </a:r>
            <a:r>
              <a:rPr lang="en" sz="2800" dirty="0"/>
              <a:t>”</a:t>
            </a:r>
            <a:endParaRPr sz="2800" dirty="0"/>
          </a:p>
        </p:txBody>
      </p:sp>
      <p:sp>
        <p:nvSpPr>
          <p:cNvPr id="370" name="Google Shape;370;p39"/>
          <p:cNvSpPr txBox="1">
            <a:spLocks noGrp="1"/>
          </p:cNvSpPr>
          <p:nvPr>
            <p:ph type="title"/>
          </p:nvPr>
        </p:nvSpPr>
        <p:spPr>
          <a:xfrm>
            <a:off x="4346349" y="2840019"/>
            <a:ext cx="3852326" cy="864488"/>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2000" dirty="0"/>
              <a:t>—THOMAS REDMAN</a:t>
            </a:r>
            <a:br>
              <a:rPr lang="en" sz="2000" dirty="0"/>
            </a:br>
            <a:br>
              <a:rPr lang="en" sz="2000" dirty="0"/>
            </a:br>
            <a:r>
              <a:rPr lang="en" sz="2000" dirty="0"/>
              <a:t> (</a:t>
            </a:r>
            <a:r>
              <a:rPr lang="en-US" sz="2000" dirty="0"/>
              <a:t>President of Data Quality Solutions)</a:t>
            </a:r>
            <a:endParaRPr sz="2000" dirty="0"/>
          </a:p>
        </p:txBody>
      </p:sp>
      <p:grpSp>
        <p:nvGrpSpPr>
          <p:cNvPr id="371" name="Google Shape;371;p39"/>
          <p:cNvGrpSpPr/>
          <p:nvPr/>
        </p:nvGrpSpPr>
        <p:grpSpPr>
          <a:xfrm>
            <a:off x="8007675" y="1277628"/>
            <a:ext cx="327600" cy="327600"/>
            <a:chOff x="9379775" y="1529850"/>
            <a:chExt cx="327600" cy="327600"/>
          </a:xfrm>
        </p:grpSpPr>
        <p:sp>
          <p:nvSpPr>
            <p:cNvPr id="372" name="Google Shape;372;p39"/>
            <p:cNvSpPr/>
            <p:nvPr/>
          </p:nvSpPr>
          <p:spPr>
            <a:xfrm>
              <a:off x="9379775" y="1529850"/>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9"/>
            <p:cNvSpPr/>
            <p:nvPr/>
          </p:nvSpPr>
          <p:spPr>
            <a:xfrm>
              <a:off x="9452138" y="1602213"/>
              <a:ext cx="182870" cy="182867"/>
            </a:xfrm>
            <a:custGeom>
              <a:avLst/>
              <a:gdLst/>
              <a:ahLst/>
              <a:cxnLst/>
              <a:rect l="l" t="t" r="r" b="b"/>
              <a:pathLst>
                <a:path w="10304" h="10285" extrusionOk="0">
                  <a:moveTo>
                    <a:pt x="574" y="0"/>
                  </a:moveTo>
                  <a:lnTo>
                    <a:pt x="0" y="555"/>
                  </a:lnTo>
                  <a:lnTo>
                    <a:pt x="4569" y="5124"/>
                  </a:lnTo>
                  <a:lnTo>
                    <a:pt x="0" y="9730"/>
                  </a:lnTo>
                  <a:lnTo>
                    <a:pt x="574" y="10285"/>
                  </a:lnTo>
                  <a:lnTo>
                    <a:pt x="5161" y="5697"/>
                  </a:lnTo>
                  <a:lnTo>
                    <a:pt x="9730" y="10285"/>
                  </a:lnTo>
                  <a:lnTo>
                    <a:pt x="10303" y="9730"/>
                  </a:lnTo>
                  <a:lnTo>
                    <a:pt x="5735" y="5124"/>
                  </a:lnTo>
                  <a:lnTo>
                    <a:pt x="10303" y="555"/>
                  </a:lnTo>
                  <a:lnTo>
                    <a:pt x="9730" y="0"/>
                  </a:lnTo>
                  <a:lnTo>
                    <a:pt x="5161" y="4569"/>
                  </a:lnTo>
                  <a:lnTo>
                    <a:pt x="5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grpSp>
        <p:nvGrpSpPr>
          <p:cNvPr id="374" name="Google Shape;374;p39"/>
          <p:cNvGrpSpPr/>
          <p:nvPr/>
        </p:nvGrpSpPr>
        <p:grpSpPr>
          <a:xfrm>
            <a:off x="786375" y="1277628"/>
            <a:ext cx="327600" cy="327600"/>
            <a:chOff x="5471550" y="4685975"/>
            <a:chExt cx="327600" cy="327600"/>
          </a:xfrm>
        </p:grpSpPr>
        <p:sp>
          <p:nvSpPr>
            <p:cNvPr id="375" name="Google Shape;375;p39"/>
            <p:cNvSpPr/>
            <p:nvPr/>
          </p:nvSpPr>
          <p:spPr>
            <a:xfrm>
              <a:off x="5471550" y="4685975"/>
              <a:ext cx="327600" cy="327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9"/>
            <p:cNvSpPr/>
            <p:nvPr/>
          </p:nvSpPr>
          <p:spPr>
            <a:xfrm>
              <a:off x="5528675" y="4758329"/>
              <a:ext cx="213351" cy="182891"/>
            </a:xfrm>
            <a:custGeom>
              <a:avLst/>
              <a:gdLst/>
              <a:ahLst/>
              <a:cxnLst/>
              <a:rect l="l" t="t" r="r" b="b"/>
              <a:pathLst>
                <a:path w="10323" h="8861" extrusionOk="0">
                  <a:moveTo>
                    <a:pt x="4440" y="1"/>
                  </a:moveTo>
                  <a:lnTo>
                    <a:pt x="1" y="4421"/>
                  </a:lnTo>
                  <a:lnTo>
                    <a:pt x="4440" y="8861"/>
                  </a:lnTo>
                  <a:lnTo>
                    <a:pt x="4995" y="8287"/>
                  </a:lnTo>
                  <a:lnTo>
                    <a:pt x="1555" y="4828"/>
                  </a:lnTo>
                  <a:lnTo>
                    <a:pt x="10323" y="4828"/>
                  </a:lnTo>
                  <a:lnTo>
                    <a:pt x="10323" y="4033"/>
                  </a:lnTo>
                  <a:lnTo>
                    <a:pt x="1555" y="4033"/>
                  </a:lnTo>
                  <a:lnTo>
                    <a:pt x="4995" y="556"/>
                  </a:lnTo>
                  <a:lnTo>
                    <a:pt x="444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grpSp>
        <p:nvGrpSpPr>
          <p:cNvPr id="300" name="Google Shape;300;p35"/>
          <p:cNvGrpSpPr/>
          <p:nvPr/>
        </p:nvGrpSpPr>
        <p:grpSpPr>
          <a:xfrm>
            <a:off x="713200" y="944850"/>
            <a:ext cx="7717500" cy="3253800"/>
            <a:chOff x="713200" y="944850"/>
            <a:chExt cx="7717500" cy="3253800"/>
          </a:xfrm>
        </p:grpSpPr>
        <p:sp>
          <p:nvSpPr>
            <p:cNvPr id="301" name="Google Shape;301;p35"/>
            <p:cNvSpPr/>
            <p:nvPr/>
          </p:nvSpPr>
          <p:spPr>
            <a:xfrm>
              <a:off x="713200" y="944850"/>
              <a:ext cx="7717500" cy="3253800"/>
            </a:xfrm>
            <a:prstGeom prst="roundRect">
              <a:avLst>
                <a:gd name="adj" fmla="val 5555"/>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2" name="Google Shape;302;p35"/>
            <p:cNvCxnSpPr/>
            <p:nvPr/>
          </p:nvCxnSpPr>
          <p:spPr>
            <a:xfrm>
              <a:off x="726577" y="1422645"/>
              <a:ext cx="7702800" cy="0"/>
            </a:xfrm>
            <a:prstGeom prst="straightConnector1">
              <a:avLst/>
            </a:prstGeom>
            <a:noFill/>
            <a:ln w="19050" cap="flat" cmpd="sng">
              <a:solidFill>
                <a:schemeClr val="dk1"/>
              </a:solidFill>
              <a:prstDash val="solid"/>
              <a:round/>
              <a:headEnd type="none" w="med" len="med"/>
              <a:tailEnd type="none" w="med" len="med"/>
            </a:ln>
          </p:spPr>
        </p:cxnSp>
      </p:grpSp>
      <p:sp>
        <p:nvSpPr>
          <p:cNvPr id="303" name="Google Shape;303;p35"/>
          <p:cNvSpPr txBox="1">
            <a:spLocks noGrp="1"/>
          </p:cNvSpPr>
          <p:nvPr>
            <p:ph type="title"/>
          </p:nvPr>
        </p:nvSpPr>
        <p:spPr>
          <a:xfrm>
            <a:off x="1459000" y="1481105"/>
            <a:ext cx="6225900" cy="2592247"/>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4000" b="0" dirty="0">
                <a:latin typeface="Cormorant Garamond" panose="020B0604020202020204" charset="0"/>
                <a:cs typeface="Times New Roman" panose="02020603050405020304" pitchFamily="18" charset="0"/>
              </a:rPr>
              <a:t>Let’s have a look at different charts that will change your perspective of BIG DATA’S growth</a:t>
            </a:r>
          </a:p>
        </p:txBody>
      </p:sp>
      <p:sp>
        <p:nvSpPr>
          <p:cNvPr id="305" name="Google Shape;305;p35"/>
          <p:cNvSpPr/>
          <p:nvPr/>
        </p:nvSpPr>
        <p:spPr>
          <a:xfrm>
            <a:off x="7971538" y="1111338"/>
            <a:ext cx="257600" cy="133225"/>
          </a:xfrm>
          <a:custGeom>
            <a:avLst/>
            <a:gdLst/>
            <a:ahLst/>
            <a:cxnLst/>
            <a:rect l="l" t="t" r="r" b="b"/>
            <a:pathLst>
              <a:path w="10304" h="5329" extrusionOk="0">
                <a:moveTo>
                  <a:pt x="5549" y="815"/>
                </a:moveTo>
                <a:lnTo>
                  <a:pt x="4958" y="1388"/>
                </a:lnTo>
                <a:cubicBezTo>
                  <a:pt x="4847" y="1185"/>
                  <a:pt x="4717" y="981"/>
                  <a:pt x="4551" y="815"/>
                </a:cubicBezTo>
                <a:close/>
                <a:moveTo>
                  <a:pt x="7806" y="815"/>
                </a:moveTo>
                <a:lnTo>
                  <a:pt x="5180" y="3441"/>
                </a:lnTo>
                <a:cubicBezTo>
                  <a:pt x="5235" y="3182"/>
                  <a:pt x="5291" y="2942"/>
                  <a:pt x="5291" y="2665"/>
                </a:cubicBezTo>
                <a:cubicBezTo>
                  <a:pt x="5309" y="2517"/>
                  <a:pt x="5291" y="2369"/>
                  <a:pt x="5272" y="2221"/>
                </a:cubicBezTo>
                <a:lnTo>
                  <a:pt x="6678" y="815"/>
                </a:lnTo>
                <a:close/>
                <a:moveTo>
                  <a:pt x="2645" y="815"/>
                </a:moveTo>
                <a:cubicBezTo>
                  <a:pt x="3663" y="815"/>
                  <a:pt x="4495" y="1647"/>
                  <a:pt x="4495" y="2665"/>
                </a:cubicBezTo>
                <a:cubicBezTo>
                  <a:pt x="4495" y="3682"/>
                  <a:pt x="3663" y="4514"/>
                  <a:pt x="2645" y="4514"/>
                </a:cubicBezTo>
                <a:cubicBezTo>
                  <a:pt x="1628" y="4514"/>
                  <a:pt x="796" y="3682"/>
                  <a:pt x="796" y="2665"/>
                </a:cubicBezTo>
                <a:cubicBezTo>
                  <a:pt x="796" y="1647"/>
                  <a:pt x="1628" y="815"/>
                  <a:pt x="2645" y="815"/>
                </a:cubicBezTo>
                <a:close/>
                <a:moveTo>
                  <a:pt x="8657" y="1111"/>
                </a:moveTo>
                <a:cubicBezTo>
                  <a:pt x="8898" y="1277"/>
                  <a:pt x="9083" y="1462"/>
                  <a:pt x="9249" y="1703"/>
                </a:cubicBezTo>
                <a:lnTo>
                  <a:pt x="6437" y="4514"/>
                </a:lnTo>
                <a:lnTo>
                  <a:pt x="5272" y="4514"/>
                </a:lnTo>
                <a:lnTo>
                  <a:pt x="8657" y="1111"/>
                </a:lnTo>
                <a:close/>
                <a:moveTo>
                  <a:pt x="9489" y="2572"/>
                </a:moveTo>
                <a:lnTo>
                  <a:pt x="9489" y="2665"/>
                </a:lnTo>
                <a:cubicBezTo>
                  <a:pt x="9489" y="3682"/>
                  <a:pt x="8657" y="4514"/>
                  <a:pt x="7640" y="4514"/>
                </a:cubicBezTo>
                <a:lnTo>
                  <a:pt x="7547" y="4514"/>
                </a:lnTo>
                <a:lnTo>
                  <a:pt x="9489" y="2572"/>
                </a:lnTo>
                <a:close/>
                <a:moveTo>
                  <a:pt x="2645" y="1"/>
                </a:moveTo>
                <a:cubicBezTo>
                  <a:pt x="1184" y="1"/>
                  <a:pt x="0" y="1203"/>
                  <a:pt x="0" y="2665"/>
                </a:cubicBezTo>
                <a:cubicBezTo>
                  <a:pt x="0" y="4107"/>
                  <a:pt x="1184" y="5328"/>
                  <a:pt x="2645" y="5328"/>
                </a:cubicBezTo>
                <a:lnTo>
                  <a:pt x="7640" y="5328"/>
                </a:lnTo>
                <a:cubicBezTo>
                  <a:pt x="9101" y="5328"/>
                  <a:pt x="10303" y="4107"/>
                  <a:pt x="10303" y="2665"/>
                </a:cubicBezTo>
                <a:cubicBezTo>
                  <a:pt x="10303" y="1203"/>
                  <a:pt x="9101" y="1"/>
                  <a:pt x="76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1F14709F-D477-89BE-E314-81AC4983FC17}"/>
              </a:ext>
            </a:extLst>
          </p:cNvPr>
          <p:cNvPicPr>
            <a:picLocks noChangeAspect="1"/>
          </p:cNvPicPr>
          <p:nvPr/>
        </p:nvPicPr>
        <p:blipFill>
          <a:blip r:embed="rId3"/>
          <a:stretch>
            <a:fillRect/>
          </a:stretch>
        </p:blipFill>
        <p:spPr>
          <a:xfrm>
            <a:off x="7352852" y="3197067"/>
            <a:ext cx="876286" cy="876286"/>
          </a:xfrm>
          <a:prstGeom prst="rect">
            <a:avLst/>
          </a:prstGeom>
        </p:spPr>
      </p:pic>
      <p:pic>
        <p:nvPicPr>
          <p:cNvPr id="9" name="Picture 8">
            <a:extLst>
              <a:ext uri="{FF2B5EF4-FFF2-40B4-BE49-F238E27FC236}">
                <a16:creationId xmlns:a16="http://schemas.microsoft.com/office/drawing/2014/main" id="{26B243F6-22DA-7943-1189-D1DD689674F3}"/>
              </a:ext>
            </a:extLst>
          </p:cNvPr>
          <p:cNvPicPr>
            <a:picLocks noChangeAspect="1"/>
          </p:cNvPicPr>
          <p:nvPr/>
        </p:nvPicPr>
        <p:blipFill>
          <a:blip r:embed="rId4"/>
          <a:stretch>
            <a:fillRect/>
          </a:stretch>
        </p:blipFill>
        <p:spPr>
          <a:xfrm>
            <a:off x="814819" y="1508943"/>
            <a:ext cx="782996" cy="782996"/>
          </a:xfrm>
          <a:prstGeom prst="rect">
            <a:avLst/>
          </a:prstGeom>
        </p:spPr>
      </p:pic>
    </p:spTree>
  </p:cSld>
  <p:clrMapOvr>
    <a:masterClrMapping/>
  </p:clrMapOvr>
</p:sld>
</file>

<file path=ppt/theme/theme1.xml><?xml version="1.0" encoding="utf-8"?>
<a:theme xmlns:a="http://schemas.openxmlformats.org/drawingml/2006/main" name="Data Analyst CV by Slidesgo">
  <a:themeElements>
    <a:clrScheme name="Simple Light">
      <a:dk1>
        <a:srgbClr val="000000"/>
      </a:dk1>
      <a:lt1>
        <a:srgbClr val="EEEEE9"/>
      </a:lt1>
      <a:dk2>
        <a:srgbClr val="ADAF7E"/>
      </a:dk2>
      <a:lt2>
        <a:srgbClr val="D4D7AD"/>
      </a:lt2>
      <a:accent1>
        <a:srgbClr val="88ADC8"/>
      </a:accent1>
      <a:accent2>
        <a:srgbClr val="9CBAB7"/>
      </a:accent2>
      <a:accent3>
        <a:srgbClr val="80A9A4"/>
      </a:accent3>
      <a:accent4>
        <a:srgbClr val="E0ABA0"/>
      </a:accent4>
      <a:accent5>
        <a:srgbClr val="C77763"/>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TotalTime>
  <Words>712</Words>
  <Application>Microsoft Office PowerPoint</Application>
  <PresentationFormat>On-screen Show (16:9)</PresentationFormat>
  <Paragraphs>64</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Playfair Display ExtraBold</vt:lpstr>
      <vt:lpstr>Fira Sans Extra Condensed Medium</vt:lpstr>
      <vt:lpstr>Merriweather</vt:lpstr>
      <vt:lpstr>Arial</vt:lpstr>
      <vt:lpstr>Cormorant Garamond</vt:lpstr>
      <vt:lpstr>Data Analyst CV by Slidesgo</vt:lpstr>
      <vt:lpstr>THE RISE OF BIG DATA</vt:lpstr>
      <vt:lpstr>INTRODUCTION</vt:lpstr>
      <vt:lpstr>WHERE DOES ‘BIG DATA’ COME FROM?</vt:lpstr>
      <vt:lpstr>THE RISE OF BIG DATA</vt:lpstr>
      <vt:lpstr>THE HYPE BEHIND BIG DATA</vt:lpstr>
      <vt:lpstr>5 BIG DATA USE CASES- HOW COMPANIES USE BIG DATA</vt:lpstr>
      <vt:lpstr>DIFFICULT IN USE FOR STRATEGIC DECISION MAKING</vt:lpstr>
      <vt:lpstr>—THOMAS REDMAN   (President of Data Quality Solutions)</vt:lpstr>
      <vt:lpstr>Let’s have a look at different charts that will change your perspective of BIG DATA’S growth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RISE OF BIG DATA</dc:title>
  <cp:lastModifiedBy>Vedant Swadia</cp:lastModifiedBy>
  <cp:revision>8</cp:revision>
  <dcterms:modified xsi:type="dcterms:W3CDTF">2022-06-27T01:03:57Z</dcterms:modified>
</cp:coreProperties>
</file>